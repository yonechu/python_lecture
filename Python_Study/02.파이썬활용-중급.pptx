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9" r:id="rId4"/>
    <p:sldId id="270" r:id="rId5"/>
    <p:sldId id="271" r:id="rId6"/>
    <p:sldId id="264" r:id="rId7"/>
    <p:sldId id="260" r:id="rId8"/>
    <p:sldId id="265" r:id="rId9"/>
    <p:sldId id="262" r:id="rId10"/>
    <p:sldId id="263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C3F"/>
    <a:srgbClr val="FFFFFF"/>
    <a:srgbClr val="596E7B"/>
    <a:srgbClr val="FBFBFB"/>
    <a:srgbClr val="09263A"/>
    <a:srgbClr val="09E8FF"/>
    <a:srgbClr val="0F2F42"/>
    <a:srgbClr val="102F42"/>
    <a:srgbClr val="0E2D40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8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316D4B-9963-9C33-DDDC-A937893C0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C284D8-89CA-2F25-9831-1DF440DC7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14C535-0F88-C4DA-4873-808384E5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F700-4EC8-48F3-8F52-25D4AD77A2B6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5AED82-05FD-34AC-F07B-66786113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F81C5C-0701-47A7-9CED-DFA63A50C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CDB5-48F8-4AFC-9749-FBF8944CF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15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057EC-643B-8695-623E-B670608CE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716325-6123-326C-8561-757E02157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979546-3E26-6DFB-1AAC-D09CD0927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F700-4EC8-48F3-8F52-25D4AD77A2B6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9905D7-17FB-8003-6631-FFEFD5D21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5B4505-8741-3486-0298-ECA9B18A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CDB5-48F8-4AFC-9749-FBF8944CF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70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37A5B-930A-A37D-0BC6-13B874B12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8B4EFF-8C23-C2A5-BE24-FEB5A7C52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B5979F-9202-434C-0C6B-B827518AF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F700-4EC8-48F3-8F52-25D4AD77A2B6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A49AC8-E090-6768-9BFB-C3261179D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30DB03-E9A5-2DFF-2429-F410852C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CDB5-48F8-4AFC-9749-FBF8944CF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567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118DE-4B47-803E-27AF-F77CA698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321DD5-2F6D-79BE-45A2-85BF3F0D2D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7B307D-28BB-85BE-7217-1B757C3F4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470B1C-FF97-BF06-562B-C7EE9D23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F700-4EC8-48F3-8F52-25D4AD77A2B6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FDFE14-595C-2C44-876A-98F2DC01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9ACEDC-8CCB-7EF0-99B4-976E0501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CDB5-48F8-4AFC-9749-FBF8944CF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87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3C943-C021-BDB8-7B16-EA1D88C3B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8C3F92-B484-C63C-5CE1-6F7DCD7A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56F56D-D5AC-46B2-0208-DD43BDD0F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2269A88-560A-B5E1-60FE-FFC722729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369217-F441-20D6-AB06-B06C379E6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79E927-5066-14A0-4055-77D1DE1EA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F700-4EC8-48F3-8F52-25D4AD77A2B6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E42000-C84A-06B1-0235-7DC1ABF3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275F45-61B1-AE26-B06A-642A2545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CDB5-48F8-4AFC-9749-FBF8944CF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255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38563-F615-0CFF-7645-FA103D3FC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1967DEC-6065-AE6B-B786-CBFB300EC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F700-4EC8-48F3-8F52-25D4AD77A2B6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AA61FD-7722-91D8-50D9-6CDB5C3FF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002557-8BAD-2C0F-11B7-15B5D2623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CDB5-48F8-4AFC-9749-FBF8944CF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629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11E73E-1406-91FC-AF6C-15D80118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F700-4EC8-48F3-8F52-25D4AD77A2B6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09D79E-79A4-60A5-6204-D9264093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9FAFDD-CFD7-8CCA-0875-CADF8488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CDB5-48F8-4AFC-9749-FBF8944CF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91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75A89-0903-FDA9-FA2A-EBDAFCE3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95D961-3530-1B93-F85A-BF5EE38C2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55594B-48A2-84D6-B0A6-E608269F2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E0D403-82C3-9295-29B9-A87C632A4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F700-4EC8-48F3-8F52-25D4AD77A2B6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6F33E0-7140-1803-53AC-9682F347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B5344B-997A-6574-06F2-00780CAD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CDB5-48F8-4AFC-9749-FBF8944CF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609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4534DF-5B7D-A149-7232-15182DC90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F41D22-CA70-4225-B41D-6FF22F3438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34EC64-B356-F0C1-3F9F-993766CA0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DF3C46-8E84-D347-3C91-3C9DA99DB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F700-4EC8-48F3-8F52-25D4AD77A2B6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C20038-67D3-F06F-06EB-52D74C542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D136D0-57C0-FFCF-CF3E-5467B52E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CDB5-48F8-4AFC-9749-FBF8944CF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54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5B364-D857-F483-5675-51374B20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09F753-FBAC-9619-F0FC-CB32F3B39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2C8315-E6CE-6805-A010-CDA061A2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F700-4EC8-48F3-8F52-25D4AD77A2B6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3120C-D012-FAFA-0632-EE513537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394262-DFC4-F8F6-6457-1A0F2231A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CDB5-48F8-4AFC-9749-FBF8944CF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766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904B622-F606-91FF-95F8-8C4FC48F9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8488FF-8315-3910-C406-CB9AC6BC0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29503B-2B86-74A9-E041-7DC4F36B7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F700-4EC8-48F3-8F52-25D4AD77A2B6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EC1838-4D7D-AE5E-6855-D0E9BB2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6DA34-34B2-6BE0-D6A4-3BD12DF9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CDB5-48F8-4AFC-9749-FBF8944CF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30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35AF62-488B-1098-BA73-BF7FB569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10154C-69AE-20EF-2CC0-6AAAD9FED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B46889-4DC6-37FA-89CB-07B46D75D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1F700-4EC8-48F3-8F52-25D4AD77A2B6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976D4D-3EF9-8E9A-E28E-2AA892361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E79329-20B0-CBA5-4031-9EFDA928C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6CDB5-48F8-4AFC-9749-FBF8944CFA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475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rm's-eye-view of white concrete building">
            <a:extLst>
              <a:ext uri="{FF2B5EF4-FFF2-40B4-BE49-F238E27FC236}">
                <a16:creationId xmlns:a16="http://schemas.microsoft.com/office/drawing/2014/main" id="{E3632ECD-7293-6940-71FC-241A30495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b="7997"/>
          <a:stretch/>
        </p:blipFill>
        <p:spPr bwMode="auto">
          <a:xfrm>
            <a:off x="-14514" y="-1"/>
            <a:ext cx="1222102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B755CBA-C1EC-28CF-BB20-3545AE99B592}"/>
              </a:ext>
            </a:extLst>
          </p:cNvPr>
          <p:cNvSpPr/>
          <p:nvPr/>
        </p:nvSpPr>
        <p:spPr>
          <a:xfrm>
            <a:off x="-14513" y="0"/>
            <a:ext cx="12221028" cy="6858000"/>
          </a:xfrm>
          <a:prstGeom prst="rect">
            <a:avLst/>
          </a:prstGeom>
          <a:solidFill>
            <a:srgbClr val="09293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8F31FD-F4A1-C5B4-8044-0F8675121445}"/>
              </a:ext>
            </a:extLst>
          </p:cNvPr>
          <p:cNvSpPr txBox="1"/>
          <p:nvPr/>
        </p:nvSpPr>
        <p:spPr>
          <a:xfrm>
            <a:off x="2641600" y="1788651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BFBFB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파이썬 활용</a:t>
            </a:r>
            <a:endParaRPr lang="en-US" altLang="ko-KR" sz="4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9E8F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2775BDE-3E48-C4D5-E4BC-9C16C5FC5871}"/>
              </a:ext>
            </a:extLst>
          </p:cNvPr>
          <p:cNvSpPr/>
          <p:nvPr/>
        </p:nvSpPr>
        <p:spPr>
          <a:xfrm>
            <a:off x="3790950" y="3213681"/>
            <a:ext cx="4610100" cy="3951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BFBF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96673C-1D36-F1A4-DD48-C20069A91C10}"/>
              </a:ext>
            </a:extLst>
          </p:cNvPr>
          <p:cNvSpPr txBox="1"/>
          <p:nvPr/>
        </p:nvSpPr>
        <p:spPr>
          <a:xfrm>
            <a:off x="3790949" y="3251026"/>
            <a:ext cx="4610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263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뒷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263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배경으로 깔린 사진만 바꾸면 어느 컨셉이나 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263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소화 싹가능이야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9263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4DC4698-3712-9D9D-1F56-BACAD6A3D9B1}"/>
              </a:ext>
            </a:extLst>
          </p:cNvPr>
          <p:cNvCxnSpPr>
            <a:cxnSpLocks/>
          </p:cNvCxnSpPr>
          <p:nvPr/>
        </p:nvCxnSpPr>
        <p:spPr>
          <a:xfrm>
            <a:off x="3101181" y="1333500"/>
            <a:ext cx="5989638" cy="0"/>
          </a:xfrm>
          <a:prstGeom prst="line">
            <a:avLst/>
          </a:prstGeom>
          <a:ln w="12700">
            <a:solidFill>
              <a:srgbClr val="FCFCF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2B1AC45-8C5A-A696-4BA8-58DDA680E43E}"/>
              </a:ext>
            </a:extLst>
          </p:cNvPr>
          <p:cNvCxnSpPr>
            <a:cxnSpLocks/>
          </p:cNvCxnSpPr>
          <p:nvPr/>
        </p:nvCxnSpPr>
        <p:spPr>
          <a:xfrm>
            <a:off x="3101181" y="4064000"/>
            <a:ext cx="5989638" cy="0"/>
          </a:xfrm>
          <a:prstGeom prst="line">
            <a:avLst/>
          </a:prstGeom>
          <a:ln w="12700">
            <a:solidFill>
              <a:srgbClr val="FCFCF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08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rm's-eye-view of white concrete building">
            <a:extLst>
              <a:ext uri="{FF2B5EF4-FFF2-40B4-BE49-F238E27FC236}">
                <a16:creationId xmlns:a16="http://schemas.microsoft.com/office/drawing/2014/main" id="{E3632ECD-7293-6940-71FC-241A30495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b="7997"/>
          <a:stretch/>
        </p:blipFill>
        <p:spPr bwMode="auto">
          <a:xfrm>
            <a:off x="-14514" y="-1"/>
            <a:ext cx="1222102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B755CBA-C1EC-28CF-BB20-3545AE99B592}"/>
              </a:ext>
            </a:extLst>
          </p:cNvPr>
          <p:cNvSpPr/>
          <p:nvPr/>
        </p:nvSpPr>
        <p:spPr>
          <a:xfrm>
            <a:off x="-14514" y="0"/>
            <a:ext cx="12221028" cy="6858000"/>
          </a:xfrm>
          <a:prstGeom prst="rect">
            <a:avLst/>
          </a:prstGeom>
          <a:solidFill>
            <a:srgbClr val="09293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0DC948-7434-6398-65AA-D75E8D9DA92C}"/>
              </a:ext>
            </a:extLst>
          </p:cNvPr>
          <p:cNvSpPr txBox="1"/>
          <p:nvPr/>
        </p:nvSpPr>
        <p:spPr>
          <a:xfrm>
            <a:off x="6756626" y="2023957"/>
            <a:ext cx="3526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Ⅰ. </a:t>
            </a:r>
            <a:r>
              <a:rPr lang="ko-KR" altLang="en-US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꼰형님들은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상세한 목차를 좋아해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626BC-6DB3-805F-8D07-18977975C5DC}"/>
              </a:ext>
            </a:extLst>
          </p:cNvPr>
          <p:cNvSpPr txBox="1"/>
          <p:nvPr/>
        </p:nvSpPr>
        <p:spPr>
          <a:xfrm>
            <a:off x="7174440" y="2445096"/>
            <a:ext cx="3108341" cy="555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소제목 입력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레쓰고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해주면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되겠쥬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소제목 입력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레쓰고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해주면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되겠쥬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A5E30C-A68B-0F2F-5177-BCBC97DB484A}"/>
              </a:ext>
            </a:extLst>
          </p:cNvPr>
          <p:cNvSpPr txBox="1"/>
          <p:nvPr/>
        </p:nvSpPr>
        <p:spPr>
          <a:xfrm>
            <a:off x="6756626" y="3402938"/>
            <a:ext cx="5187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Ⅱ. 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목차에서 부터 </a:t>
            </a:r>
            <a:r>
              <a:rPr lang="ko-KR" altLang="en-US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성의없다고</a:t>
            </a:r>
            <a:r>
              <a:rPr lang="ko-KR" altLang="en-US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욕사바리 먹지말구</a:t>
            </a:r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76C002-613E-3788-1260-47D8CE1F0E27}"/>
              </a:ext>
            </a:extLst>
          </p:cNvPr>
          <p:cNvSpPr txBox="1"/>
          <p:nvPr/>
        </p:nvSpPr>
        <p:spPr>
          <a:xfrm>
            <a:off x="7174440" y="3824077"/>
            <a:ext cx="3108341" cy="555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소제목 입력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레쓰고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해주면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되겠쥬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소제목 입력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레쓰고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해주면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되겠쥬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9CC016-3749-48D2-EC48-849DBB2BACE5}"/>
              </a:ext>
            </a:extLst>
          </p:cNvPr>
          <p:cNvSpPr txBox="1"/>
          <p:nvPr/>
        </p:nvSpPr>
        <p:spPr>
          <a:xfrm>
            <a:off x="6756626" y="4781919"/>
            <a:ext cx="482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Ⅲ</a:t>
            </a:r>
            <a:r>
              <a:rPr lang="en-US" altLang="ko-KR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나이스하게 꼰형님 우쭈쭈배리 해주자</a:t>
            </a:r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7DD67E-532A-F0C2-C802-44FB684AE128}"/>
              </a:ext>
            </a:extLst>
          </p:cNvPr>
          <p:cNvSpPr txBox="1"/>
          <p:nvPr/>
        </p:nvSpPr>
        <p:spPr>
          <a:xfrm>
            <a:off x="7174440" y="5203058"/>
            <a:ext cx="3108341" cy="555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1)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소제목 입력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레쓰고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해주면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되겠쥬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2)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소제목 입력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레쓰고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해주면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되겠쥬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C28B0E-B1FC-1731-9D7A-A6C44DE0BAEA}"/>
              </a:ext>
            </a:extLst>
          </p:cNvPr>
          <p:cNvSpPr txBox="1"/>
          <p:nvPr/>
        </p:nvSpPr>
        <p:spPr>
          <a:xfrm>
            <a:off x="6756626" y="656772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CFCF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발표</a:t>
            </a:r>
            <a:r>
              <a:rPr lang="ko-KR" altLang="en-US" sz="4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차례</a:t>
            </a:r>
            <a:endParaRPr lang="en-US" altLang="ko-KR" sz="4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9E8F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206F275-1047-3E23-9B9F-B9702DDDAABD}"/>
              </a:ext>
            </a:extLst>
          </p:cNvPr>
          <p:cNvCxnSpPr>
            <a:cxnSpLocks/>
          </p:cNvCxnSpPr>
          <p:nvPr/>
        </p:nvCxnSpPr>
        <p:spPr>
          <a:xfrm>
            <a:off x="6851650" y="1562100"/>
            <a:ext cx="5340350" cy="0"/>
          </a:xfrm>
          <a:prstGeom prst="line">
            <a:avLst/>
          </a:prstGeom>
          <a:ln w="19050">
            <a:solidFill>
              <a:srgbClr val="FCFCF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929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923A0-3A87-4B79-3ACE-964F2222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rm's-eye-view of white concrete building">
            <a:extLst>
              <a:ext uri="{FF2B5EF4-FFF2-40B4-BE49-F238E27FC236}">
                <a16:creationId xmlns:a16="http://schemas.microsoft.com/office/drawing/2014/main" id="{A6271019-9F3D-15AC-3A9D-9744B5B836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b="80289"/>
          <a:stretch/>
        </p:blipFill>
        <p:spPr bwMode="auto">
          <a:xfrm>
            <a:off x="-14514" y="0"/>
            <a:ext cx="12221028" cy="95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7DFD7AE-98C0-5AD2-C668-15ADD622DE7E}"/>
              </a:ext>
            </a:extLst>
          </p:cNvPr>
          <p:cNvSpPr/>
          <p:nvPr/>
        </p:nvSpPr>
        <p:spPr>
          <a:xfrm>
            <a:off x="-14513" y="0"/>
            <a:ext cx="12221028" cy="956312"/>
          </a:xfrm>
          <a:prstGeom prst="rect">
            <a:avLst/>
          </a:prstGeom>
          <a:solidFill>
            <a:srgbClr val="09293E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1DB1C0-91F6-6B87-A6F2-50E45C0300DE}"/>
              </a:ext>
            </a:extLst>
          </p:cNvPr>
          <p:cNvSpPr txBox="1"/>
          <p:nvPr/>
        </p:nvSpPr>
        <p:spPr>
          <a:xfrm>
            <a:off x="285522" y="-29676"/>
            <a:ext cx="486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Ⅰ</a:t>
            </a:r>
            <a:endParaRPr lang="ko-KR" altLang="en-US" sz="5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E84F17-EF1D-2367-AAF9-310C5C9A0677}"/>
              </a:ext>
            </a:extLst>
          </p:cNvPr>
          <p:cNvSpPr txBox="1"/>
          <p:nvPr/>
        </p:nvSpPr>
        <p:spPr>
          <a:xfrm>
            <a:off x="7324627" y="551204"/>
            <a:ext cx="458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Coporation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Of PPT Hunter Template Legend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A2C77F-1FB9-A54A-83F3-B5FBFCF365B4}"/>
              </a:ext>
            </a:extLst>
          </p:cNvPr>
          <p:cNvSpPr txBox="1"/>
          <p:nvPr/>
        </p:nvSpPr>
        <p:spPr>
          <a:xfrm>
            <a:off x="875586" y="351149"/>
            <a:ext cx="690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GET / POST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방식</a:t>
            </a:r>
            <a:endParaRPr lang="ko-KR" altLang="en-US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9977B5-6604-D29E-8F0E-76CB263B1181}"/>
              </a:ext>
            </a:extLst>
          </p:cNvPr>
          <p:cNvSpPr txBox="1"/>
          <p:nvPr/>
        </p:nvSpPr>
        <p:spPr>
          <a:xfrm>
            <a:off x="875584" y="185768"/>
            <a:ext cx="14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소제목입력 </a:t>
            </a:r>
            <a:r>
              <a:rPr lang="ko-KR" altLang="en-US" sz="1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레쓰고</a:t>
            </a:r>
            <a:endParaRPr lang="ko-KR" altLang="en-US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097B41C-3094-94A7-E37C-BD6F09C9DD75}"/>
              </a:ext>
            </a:extLst>
          </p:cNvPr>
          <p:cNvSpPr/>
          <p:nvPr/>
        </p:nvSpPr>
        <p:spPr>
          <a:xfrm>
            <a:off x="801328" y="1460100"/>
            <a:ext cx="801328" cy="348792"/>
          </a:xfrm>
          <a:prstGeom prst="roundRect">
            <a:avLst/>
          </a:prstGeom>
          <a:solidFill>
            <a:srgbClr val="0A2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GET</a:t>
            </a:r>
            <a:endParaRPr lang="ko-KR" altLang="en-US" sz="160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69B3B-64F9-244C-D64A-AEDA4E77B92A}"/>
              </a:ext>
            </a:extLst>
          </p:cNvPr>
          <p:cNvSpPr txBox="1"/>
          <p:nvPr/>
        </p:nvSpPr>
        <p:spPr>
          <a:xfrm>
            <a:off x="1881553" y="144983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파라미터 방식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5775D-2131-D2A6-9999-691125C161D2}"/>
              </a:ext>
            </a:extLst>
          </p:cNvPr>
          <p:cNvSpPr txBox="1"/>
          <p:nvPr/>
        </p:nvSpPr>
        <p:spPr>
          <a:xfrm>
            <a:off x="1354015" y="2602523"/>
            <a:ext cx="37677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GET /</a:t>
            </a:r>
            <a:r>
              <a:rPr lang="en-US" altLang="ko-KR" dirty="0" err="1"/>
              <a:t>user?name</a:t>
            </a:r>
            <a:r>
              <a:rPr lang="en-US" altLang="ko-KR" dirty="0"/>
              <a:t>=</a:t>
            </a:r>
            <a:r>
              <a:rPr lang="ko-KR" altLang="en-US" dirty="0"/>
              <a:t>홍길동 </a:t>
            </a:r>
            <a:r>
              <a:rPr lang="en-US" altLang="ko-KR" dirty="0"/>
              <a:t>HTTP/1.1</a:t>
            </a:r>
          </a:p>
          <a:p>
            <a:r>
              <a:rPr lang="en-US" altLang="ko-KR" dirty="0"/>
              <a:t>Host: example.com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0380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12B28-A04D-C0E7-DF25-A17778DC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rm's-eye-view of white concrete building">
            <a:extLst>
              <a:ext uri="{FF2B5EF4-FFF2-40B4-BE49-F238E27FC236}">
                <a16:creationId xmlns:a16="http://schemas.microsoft.com/office/drawing/2014/main" id="{047705F2-6421-0D24-1700-E697DFCB9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b="80289"/>
          <a:stretch/>
        </p:blipFill>
        <p:spPr bwMode="auto">
          <a:xfrm>
            <a:off x="-14514" y="0"/>
            <a:ext cx="12221028" cy="95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3232AC1-A3F2-1E6B-DF2A-A085EE12E364}"/>
              </a:ext>
            </a:extLst>
          </p:cNvPr>
          <p:cNvSpPr/>
          <p:nvPr/>
        </p:nvSpPr>
        <p:spPr>
          <a:xfrm>
            <a:off x="-14513" y="0"/>
            <a:ext cx="12221028" cy="956312"/>
          </a:xfrm>
          <a:prstGeom prst="rect">
            <a:avLst/>
          </a:prstGeom>
          <a:solidFill>
            <a:srgbClr val="09293E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0919FC-65CA-AA4E-F8BF-74926D5A1FA2}"/>
              </a:ext>
            </a:extLst>
          </p:cNvPr>
          <p:cNvSpPr txBox="1"/>
          <p:nvPr/>
        </p:nvSpPr>
        <p:spPr>
          <a:xfrm>
            <a:off x="285522" y="-29676"/>
            <a:ext cx="486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Ⅰ</a:t>
            </a:r>
            <a:endParaRPr lang="ko-KR" altLang="en-US" sz="5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B8A300-B29C-E047-973D-922C4FF37669}"/>
              </a:ext>
            </a:extLst>
          </p:cNvPr>
          <p:cNvSpPr txBox="1"/>
          <p:nvPr/>
        </p:nvSpPr>
        <p:spPr>
          <a:xfrm>
            <a:off x="7324627" y="551204"/>
            <a:ext cx="458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Coporation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Of PPT Hunter Template Legend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3849E0-AAD3-6CC8-CBC9-A5B1524E0A86}"/>
              </a:ext>
            </a:extLst>
          </p:cNvPr>
          <p:cNvSpPr txBox="1"/>
          <p:nvPr/>
        </p:nvSpPr>
        <p:spPr>
          <a:xfrm>
            <a:off x="875586" y="351149"/>
            <a:ext cx="690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GET / POST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방식</a:t>
            </a:r>
            <a:endParaRPr lang="ko-KR" altLang="en-US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FED4DB-A23D-F040-1D3D-F9862365EB74}"/>
              </a:ext>
            </a:extLst>
          </p:cNvPr>
          <p:cNvSpPr txBox="1"/>
          <p:nvPr/>
        </p:nvSpPr>
        <p:spPr>
          <a:xfrm>
            <a:off x="875584" y="185768"/>
            <a:ext cx="14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소제목입력 </a:t>
            </a:r>
            <a:r>
              <a:rPr lang="ko-KR" altLang="en-US" sz="1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레쓰고</a:t>
            </a:r>
            <a:endParaRPr lang="ko-KR" altLang="en-US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951FF36-3C40-2DBB-7A11-1F45C8CF0401}"/>
              </a:ext>
            </a:extLst>
          </p:cNvPr>
          <p:cNvSpPr/>
          <p:nvPr/>
        </p:nvSpPr>
        <p:spPr>
          <a:xfrm>
            <a:off x="801328" y="1460100"/>
            <a:ext cx="801328" cy="348792"/>
          </a:xfrm>
          <a:prstGeom prst="roundRect">
            <a:avLst/>
          </a:prstGeom>
          <a:solidFill>
            <a:srgbClr val="0A2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GET</a:t>
            </a:r>
            <a:endParaRPr lang="ko-KR" altLang="en-US" sz="160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FCEB272-37B5-465A-518B-B56D49DE0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91102"/>
              </p:ext>
            </p:extLst>
          </p:nvPr>
        </p:nvGraphicFramePr>
        <p:xfrm>
          <a:off x="838200" y="2288940"/>
          <a:ext cx="10515600" cy="31089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096007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471833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878654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GET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POST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99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의미</a:t>
                      </a:r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데이터를 </a:t>
                      </a:r>
                      <a:r>
                        <a:rPr lang="ko-KR" altLang="en-US" b="1" dirty="0"/>
                        <a:t>가져올 때</a:t>
                      </a:r>
                      <a:r>
                        <a:rPr lang="ko-KR" altLang="en-US" dirty="0"/>
                        <a:t> 사용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데이터를 </a:t>
                      </a:r>
                      <a:r>
                        <a:rPr lang="ko-KR" altLang="en-US" b="1"/>
                        <a:t>보낼 때 </a:t>
                      </a:r>
                      <a:r>
                        <a:rPr lang="en-US" altLang="ko-KR" b="1"/>
                        <a:t>/ </a:t>
                      </a:r>
                      <a:r>
                        <a:rPr lang="ko-KR" altLang="en-US" b="1"/>
                        <a:t>저장할 때</a:t>
                      </a:r>
                      <a:r>
                        <a:rPr lang="ko-KR" altLang="en-US"/>
                        <a:t> 사용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675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데이터 전달 위치</a:t>
                      </a:r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URL(</a:t>
                      </a:r>
                      <a:r>
                        <a:rPr lang="ko-KR" altLang="en-US" dirty="0" err="1"/>
                        <a:t>주소창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에 포함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HTTP Body(</a:t>
                      </a:r>
                      <a:r>
                        <a:rPr lang="ko-KR" altLang="en-US"/>
                        <a:t>본문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에 포함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946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보안성</a:t>
                      </a:r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낮음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주소에 노출됨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높음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본문에 숨겨짐</a:t>
                      </a:r>
                      <a:r>
                        <a:rPr lang="en-US" altLang="ko-KR"/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946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데이터 크기 제한</a:t>
                      </a:r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브라우저마다 제한 있음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약 </a:t>
                      </a:r>
                      <a:r>
                        <a:rPr lang="en-US" altLang="ko-KR" dirty="0"/>
                        <a:t>2~3KB)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제한 거의 없음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33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사용 예시</a:t>
                      </a:r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검색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조회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리스트 불러오기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회원가입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로그인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글쓰기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293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캐시 가능 여부</a:t>
                      </a:r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가능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브라우저가 캐시 저장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불가능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항상 새 요청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075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163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F1E74-1BCF-50DF-6C09-65897E090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rm's-eye-view of white concrete building">
            <a:extLst>
              <a:ext uri="{FF2B5EF4-FFF2-40B4-BE49-F238E27FC236}">
                <a16:creationId xmlns:a16="http://schemas.microsoft.com/office/drawing/2014/main" id="{05F61589-4944-19AD-7B90-7C1DA37710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b="80289"/>
          <a:stretch/>
        </p:blipFill>
        <p:spPr bwMode="auto">
          <a:xfrm>
            <a:off x="-14514" y="0"/>
            <a:ext cx="12221028" cy="95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3133076-E613-BAE0-0F7A-C4AB8BA127DC}"/>
              </a:ext>
            </a:extLst>
          </p:cNvPr>
          <p:cNvSpPr/>
          <p:nvPr/>
        </p:nvSpPr>
        <p:spPr>
          <a:xfrm>
            <a:off x="-14513" y="0"/>
            <a:ext cx="12221028" cy="956312"/>
          </a:xfrm>
          <a:prstGeom prst="rect">
            <a:avLst/>
          </a:prstGeom>
          <a:solidFill>
            <a:srgbClr val="09293E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F96060-A9AD-B116-43BA-B693D80AED08}"/>
              </a:ext>
            </a:extLst>
          </p:cNvPr>
          <p:cNvSpPr txBox="1"/>
          <p:nvPr/>
        </p:nvSpPr>
        <p:spPr>
          <a:xfrm>
            <a:off x="285522" y="-29676"/>
            <a:ext cx="486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Ⅰ</a:t>
            </a:r>
            <a:endParaRPr lang="ko-KR" altLang="en-US" sz="5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09A6B7-3037-1DCE-8C82-4650589F092B}"/>
              </a:ext>
            </a:extLst>
          </p:cNvPr>
          <p:cNvSpPr txBox="1"/>
          <p:nvPr/>
        </p:nvSpPr>
        <p:spPr>
          <a:xfrm>
            <a:off x="7324627" y="551204"/>
            <a:ext cx="458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Coporation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Of PPT Hunter Template Legend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393689-7D1E-949F-E88A-8DDB9CE72801}"/>
              </a:ext>
            </a:extLst>
          </p:cNvPr>
          <p:cNvSpPr txBox="1"/>
          <p:nvPr/>
        </p:nvSpPr>
        <p:spPr>
          <a:xfrm>
            <a:off x="875586" y="351149"/>
            <a:ext cx="690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부품 속성 정보 조회 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API</a:t>
            </a:r>
            <a:endParaRPr lang="ko-KR" altLang="en-US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343429-F671-5E73-8E6D-C3387BCBFEB2}"/>
              </a:ext>
            </a:extLst>
          </p:cNvPr>
          <p:cNvSpPr txBox="1"/>
          <p:nvPr/>
        </p:nvSpPr>
        <p:spPr>
          <a:xfrm>
            <a:off x="875584" y="185768"/>
            <a:ext cx="14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소제목입력 </a:t>
            </a:r>
            <a:r>
              <a:rPr lang="ko-KR" altLang="en-US" sz="1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레쓰고</a:t>
            </a:r>
            <a:endParaRPr lang="ko-KR" altLang="en-US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F70CD8-3B2B-0D3F-344C-748A7BC04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361" y="2387467"/>
            <a:ext cx="7639278" cy="29245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49096BB-14E5-6ADF-BAA7-944D6C4EC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293" y="3429000"/>
            <a:ext cx="4553585" cy="2829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8561BD-2471-1EC9-56D2-F14702EA53B2}"/>
              </a:ext>
            </a:extLst>
          </p:cNvPr>
          <p:cNvSpPr txBox="1"/>
          <p:nvPr/>
        </p:nvSpPr>
        <p:spPr>
          <a:xfrm>
            <a:off x="875584" y="1364018"/>
            <a:ext cx="8177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2539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r>
              <a:rPr lang="en-US" altLang="ko-KR" dirty="0">
                <a:solidFill>
                  <a:srgbClr val="0D2C3F"/>
                </a:solidFill>
              </a:rPr>
              <a:t>- API </a:t>
            </a:r>
            <a:r>
              <a:rPr lang="ko-KR" altLang="en-US" dirty="0">
                <a:solidFill>
                  <a:srgbClr val="0D2C3F"/>
                </a:solidFill>
              </a:rPr>
              <a:t>주소</a:t>
            </a:r>
            <a:r>
              <a:rPr lang="en-US" altLang="ko-KR" dirty="0">
                <a:solidFill>
                  <a:srgbClr val="0D2C3F"/>
                </a:solidFill>
              </a:rPr>
              <a:t>: </a:t>
            </a:r>
            <a:r>
              <a:rPr lang="en-US" altLang="ko-KR" dirty="0"/>
              <a:t>https://vault-in.hdel.co.kr:8070/mlb/findPartOneWithPartNo</a:t>
            </a:r>
          </a:p>
          <a:p>
            <a:r>
              <a:rPr lang="en-US" altLang="ko-KR" dirty="0">
                <a:solidFill>
                  <a:srgbClr val="0D2C3F"/>
                </a:solidFill>
              </a:rPr>
              <a:t> </a:t>
            </a:r>
            <a:endParaRPr lang="ko-KR" altLang="en-US" dirty="0">
              <a:solidFill>
                <a:srgbClr val="0D2C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24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017125AE-050E-3B73-55E1-42358F8F2CF6}"/>
              </a:ext>
            </a:extLst>
          </p:cNvPr>
          <p:cNvSpPr txBox="1"/>
          <p:nvPr/>
        </p:nvSpPr>
        <p:spPr>
          <a:xfrm>
            <a:off x="409575" y="1287747"/>
            <a:ext cx="323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2539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r>
              <a:rPr lang="en-US" altLang="ko-KR" dirty="0">
                <a:solidFill>
                  <a:srgbClr val="0D2C3F"/>
                </a:solidFill>
              </a:rPr>
              <a:t>1) </a:t>
            </a:r>
            <a:r>
              <a:rPr lang="ko-KR" altLang="en-US" dirty="0">
                <a:solidFill>
                  <a:srgbClr val="0D2C3F"/>
                </a:solidFill>
              </a:rPr>
              <a:t>소제목을 입력해주시기 바랍니다</a:t>
            </a:r>
          </a:p>
        </p:txBody>
      </p:sp>
      <p:pic>
        <p:nvPicPr>
          <p:cNvPr id="1026" name="Picture 2" descr="worm's-eye-view of white concrete building">
            <a:extLst>
              <a:ext uri="{FF2B5EF4-FFF2-40B4-BE49-F238E27FC236}">
                <a16:creationId xmlns:a16="http://schemas.microsoft.com/office/drawing/2014/main" id="{E3632ECD-7293-6940-71FC-241A30495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b="80289"/>
          <a:stretch/>
        </p:blipFill>
        <p:spPr bwMode="auto">
          <a:xfrm>
            <a:off x="-14514" y="0"/>
            <a:ext cx="12221028" cy="95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B755CBA-C1EC-28CF-BB20-3545AE99B592}"/>
              </a:ext>
            </a:extLst>
          </p:cNvPr>
          <p:cNvSpPr/>
          <p:nvPr/>
        </p:nvSpPr>
        <p:spPr>
          <a:xfrm>
            <a:off x="-14513" y="0"/>
            <a:ext cx="12221028" cy="956312"/>
          </a:xfrm>
          <a:prstGeom prst="rect">
            <a:avLst/>
          </a:prstGeom>
          <a:solidFill>
            <a:srgbClr val="09293E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B44510-0956-0581-AF3F-6E8541293E59}"/>
              </a:ext>
            </a:extLst>
          </p:cNvPr>
          <p:cNvSpPr txBox="1"/>
          <p:nvPr/>
        </p:nvSpPr>
        <p:spPr>
          <a:xfrm>
            <a:off x="285522" y="-29676"/>
            <a:ext cx="486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Ⅰ</a:t>
            </a:r>
            <a:endParaRPr lang="ko-KR" altLang="en-US" sz="5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6ECE59-B7A9-7A92-1F56-A072AC89EFF7}"/>
              </a:ext>
            </a:extLst>
          </p:cNvPr>
          <p:cNvSpPr txBox="1"/>
          <p:nvPr/>
        </p:nvSpPr>
        <p:spPr>
          <a:xfrm>
            <a:off x="7324627" y="551204"/>
            <a:ext cx="458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Coporation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Of PPT Hunter Template Legend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459CAE-B0F3-DDE1-C4D1-1A1A7ED6AB70}"/>
              </a:ext>
            </a:extLst>
          </p:cNvPr>
          <p:cNvSpPr txBox="1"/>
          <p:nvPr/>
        </p:nvSpPr>
        <p:spPr>
          <a:xfrm>
            <a:off x="875586" y="351149"/>
            <a:ext cx="690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나이스한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슬라이드의 제목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을 입력해주세요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41EC75-0584-2F41-C35B-68AA39BA8356}"/>
              </a:ext>
            </a:extLst>
          </p:cNvPr>
          <p:cNvSpPr txBox="1"/>
          <p:nvPr/>
        </p:nvSpPr>
        <p:spPr>
          <a:xfrm>
            <a:off x="875584" y="185768"/>
            <a:ext cx="14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소제목입력 </a:t>
            </a:r>
            <a:r>
              <a:rPr lang="ko-KR" altLang="en-US" sz="1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레쓰고</a:t>
            </a:r>
            <a:endParaRPr lang="ko-KR" altLang="en-US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266BB7-AAB2-64D1-9A36-43001DEB5D10}"/>
              </a:ext>
            </a:extLst>
          </p:cNvPr>
          <p:cNvSpPr txBox="1"/>
          <p:nvPr/>
        </p:nvSpPr>
        <p:spPr>
          <a:xfrm>
            <a:off x="839151" y="1690606"/>
            <a:ext cx="10896175" cy="1035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지난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꼰상사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특집 템플릿을 통해 많은 분들이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꼰상사와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함께 치열한 하루하루를 보내고 있다고 간절히 느꼈습니다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소박하게나마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대댓글이나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인스타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그리고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메일답장으로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템플릿을 사용하거나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받아보신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분들이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나이스하게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활용했다고 응원의 메시지를 주실때마다 힘내서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템플릿들을 많이 만들었습니다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그래서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꼰상사를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모시고 있는 우리 형님들을 위해서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꼰상사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특집 템플릿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탄을 준비했습니다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사실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꼰상사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특집이기 때문에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탄과 그렇게 큰 차이가 있는 건 아니지만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꼰상사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시리즈를 통해 형님들이 이거 가지고 계시다가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꼰상사가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기습공격하더라도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다양한 레이아웃을 방패삼아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나이스하게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피피티를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완성할 수 있다면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그것만으로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저는 만족입니다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  <a:sym typeface="Wingdings" panose="05000000000000000000" pitchFamily="2" charset="2"/>
              </a:rPr>
              <a:t>.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  <a:sym typeface="Wingdings" panose="05000000000000000000" pitchFamily="2" charset="2"/>
              </a:rPr>
              <a:t>멋진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  <a:sym typeface="Wingdings" panose="05000000000000000000" pitchFamily="2" charset="2"/>
              </a:rPr>
              <a:t>우리형님들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  <a:sym typeface="Wingdings" panose="05000000000000000000" pitchFamily="2" charset="2"/>
              </a:rPr>
              <a:t>힘내십쇼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  <a:sym typeface="Wingdings" panose="05000000000000000000" pitchFamily="2" charset="2"/>
              </a:rPr>
              <a:t>!!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2" name="화살표: 갈매기형 수장 21">
            <a:extLst>
              <a:ext uri="{FF2B5EF4-FFF2-40B4-BE49-F238E27FC236}">
                <a16:creationId xmlns:a16="http://schemas.microsoft.com/office/drawing/2014/main" id="{54D41A34-AA7C-DA66-CF2C-5EBC31536676}"/>
              </a:ext>
            </a:extLst>
          </p:cNvPr>
          <p:cNvSpPr/>
          <p:nvPr/>
        </p:nvSpPr>
        <p:spPr>
          <a:xfrm>
            <a:off x="768350" y="1791288"/>
            <a:ext cx="91281" cy="107156"/>
          </a:xfrm>
          <a:prstGeom prst="chevron">
            <a:avLst/>
          </a:prstGeom>
          <a:solidFill>
            <a:srgbClr val="0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3" name="화살표: 갈매기형 수장 22">
            <a:extLst>
              <a:ext uri="{FF2B5EF4-FFF2-40B4-BE49-F238E27FC236}">
                <a16:creationId xmlns:a16="http://schemas.microsoft.com/office/drawing/2014/main" id="{E3D19092-29A4-2BF7-C597-3B305A5B985D}"/>
              </a:ext>
            </a:extLst>
          </p:cNvPr>
          <p:cNvSpPr/>
          <p:nvPr/>
        </p:nvSpPr>
        <p:spPr>
          <a:xfrm>
            <a:off x="704056" y="1791288"/>
            <a:ext cx="91281" cy="107156"/>
          </a:xfrm>
          <a:prstGeom prst="chevron">
            <a:avLst/>
          </a:prstGeom>
          <a:solidFill>
            <a:srgbClr val="0E2C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E12BF6-D95D-3121-B596-5C58497C7AED}"/>
              </a:ext>
            </a:extLst>
          </p:cNvPr>
          <p:cNvSpPr txBox="1"/>
          <p:nvPr/>
        </p:nvSpPr>
        <p:spPr>
          <a:xfrm>
            <a:off x="409575" y="2970240"/>
            <a:ext cx="323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2539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r>
              <a:rPr lang="en-US" altLang="ko-KR" dirty="0">
                <a:solidFill>
                  <a:srgbClr val="0D2C3F"/>
                </a:solidFill>
              </a:rPr>
              <a:t>2) </a:t>
            </a:r>
            <a:r>
              <a:rPr lang="ko-KR" altLang="en-US" dirty="0">
                <a:solidFill>
                  <a:srgbClr val="0D2C3F"/>
                </a:solidFill>
              </a:rPr>
              <a:t>소제목을 입력해주시기 바랍니다</a:t>
            </a:r>
          </a:p>
        </p:txBody>
      </p:sp>
      <p:sp>
        <p:nvSpPr>
          <p:cNvPr id="27" name="사각형: 둥근 위쪽 모서리 26">
            <a:extLst>
              <a:ext uri="{FF2B5EF4-FFF2-40B4-BE49-F238E27FC236}">
                <a16:creationId xmlns:a16="http://schemas.microsoft.com/office/drawing/2014/main" id="{A82BEB22-E74A-7AF1-F033-843E99C3A823}"/>
              </a:ext>
            </a:extLst>
          </p:cNvPr>
          <p:cNvSpPr/>
          <p:nvPr/>
        </p:nvSpPr>
        <p:spPr>
          <a:xfrm rot="5400000">
            <a:off x="5928492" y="-1554874"/>
            <a:ext cx="753926" cy="10859744"/>
          </a:xfrm>
          <a:prstGeom prst="round2SameRect">
            <a:avLst>
              <a:gd name="adj1" fmla="val 19679"/>
              <a:gd name="adj2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5E9A05D5-31CF-66A5-B041-C9F95847D1EC}"/>
              </a:ext>
            </a:extLst>
          </p:cNvPr>
          <p:cNvSpPr/>
          <p:nvPr/>
        </p:nvSpPr>
        <p:spPr>
          <a:xfrm>
            <a:off x="947944" y="3555206"/>
            <a:ext cx="639584" cy="639584"/>
          </a:xfrm>
          <a:prstGeom prst="ellipse">
            <a:avLst/>
          </a:prstGeom>
          <a:solidFill>
            <a:srgbClr val="0D2B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01</a:t>
            </a:r>
            <a:endParaRPr lang="ko-KR" altLang="en-US" sz="2400" spc="-15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3BC5E0-8D70-C037-13AF-226FE8A3ED27}"/>
              </a:ext>
            </a:extLst>
          </p:cNvPr>
          <p:cNvSpPr txBox="1"/>
          <p:nvPr/>
        </p:nvSpPr>
        <p:spPr>
          <a:xfrm>
            <a:off x="1659888" y="3705720"/>
            <a:ext cx="996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2539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나이스한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내용을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넣어주시면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너무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나이스하겠죠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? 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내용은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별거없어도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네모는 끝까지 만들어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주는게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국룰</a:t>
            </a:r>
            <a:endParaRPr lang="ko-KR" altLang="en-US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9" name="사각형: 둥근 위쪽 모서리 38">
            <a:extLst>
              <a:ext uri="{FF2B5EF4-FFF2-40B4-BE49-F238E27FC236}">
                <a16:creationId xmlns:a16="http://schemas.microsoft.com/office/drawing/2014/main" id="{8384ED69-F606-4D0D-3DA9-910276F53D62}"/>
              </a:ext>
            </a:extLst>
          </p:cNvPr>
          <p:cNvSpPr/>
          <p:nvPr/>
        </p:nvSpPr>
        <p:spPr>
          <a:xfrm rot="5400000">
            <a:off x="5928492" y="-670117"/>
            <a:ext cx="753926" cy="10859744"/>
          </a:xfrm>
          <a:prstGeom prst="round2SameRect">
            <a:avLst>
              <a:gd name="adj1" fmla="val 19679"/>
              <a:gd name="adj2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A3C2BBB4-1B80-F93E-CCDB-476D838A8404}"/>
              </a:ext>
            </a:extLst>
          </p:cNvPr>
          <p:cNvSpPr/>
          <p:nvPr/>
        </p:nvSpPr>
        <p:spPr>
          <a:xfrm>
            <a:off x="947944" y="4439963"/>
            <a:ext cx="639584" cy="639584"/>
          </a:xfrm>
          <a:prstGeom prst="ellipse">
            <a:avLst/>
          </a:prstGeom>
          <a:solidFill>
            <a:srgbClr val="0D2B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02</a:t>
            </a:r>
            <a:endParaRPr lang="ko-KR" altLang="en-US" sz="2400" spc="-15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56E24D-A620-0854-1735-350AFFD9C3AA}"/>
              </a:ext>
            </a:extLst>
          </p:cNvPr>
          <p:cNvSpPr txBox="1"/>
          <p:nvPr/>
        </p:nvSpPr>
        <p:spPr>
          <a:xfrm>
            <a:off x="1659888" y="4590477"/>
            <a:ext cx="996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2539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나이스한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내용을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넣어주시면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너무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나이스하겠죠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? 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내용은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별거없어도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네모는 끝까지 만들어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주는게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국룰</a:t>
            </a:r>
            <a:endParaRPr lang="ko-KR" altLang="en-US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1" name="사각형: 둥근 위쪽 모서리 50">
            <a:extLst>
              <a:ext uri="{FF2B5EF4-FFF2-40B4-BE49-F238E27FC236}">
                <a16:creationId xmlns:a16="http://schemas.microsoft.com/office/drawing/2014/main" id="{56C37258-5C15-40DE-9163-18221A7C1C41}"/>
              </a:ext>
            </a:extLst>
          </p:cNvPr>
          <p:cNvSpPr/>
          <p:nvPr/>
        </p:nvSpPr>
        <p:spPr>
          <a:xfrm rot="5400000">
            <a:off x="5928492" y="214640"/>
            <a:ext cx="753926" cy="10859744"/>
          </a:xfrm>
          <a:prstGeom prst="round2SameRect">
            <a:avLst>
              <a:gd name="adj1" fmla="val 19679"/>
              <a:gd name="adj2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EDF33E49-91E7-ED75-BFF2-2E0A4D17941D}"/>
              </a:ext>
            </a:extLst>
          </p:cNvPr>
          <p:cNvSpPr/>
          <p:nvPr/>
        </p:nvSpPr>
        <p:spPr>
          <a:xfrm>
            <a:off x="947944" y="5324720"/>
            <a:ext cx="639584" cy="639584"/>
          </a:xfrm>
          <a:prstGeom prst="ellipse">
            <a:avLst/>
          </a:prstGeom>
          <a:solidFill>
            <a:srgbClr val="0D2B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2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03</a:t>
            </a:r>
            <a:endParaRPr lang="ko-KR" altLang="en-US" sz="2400" spc="-15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578206-DF5D-B3C5-2865-D900CEBD51B7}"/>
              </a:ext>
            </a:extLst>
          </p:cNvPr>
          <p:cNvSpPr txBox="1"/>
          <p:nvPr/>
        </p:nvSpPr>
        <p:spPr>
          <a:xfrm>
            <a:off x="1659888" y="5475234"/>
            <a:ext cx="996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2539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나이스한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내용을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넣어주시면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너무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나이스하겠죠</a:t>
            </a:r>
            <a:r>
              <a:rPr lang="en-US" altLang="ko-KR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? 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내용은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별거없어도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네모는 끝까지 만들어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주는게</a:t>
            </a:r>
            <a:r>
              <a:rPr lang="ko-KR" altLang="en-US" dirty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국룰</a:t>
            </a:r>
            <a:endParaRPr lang="ko-KR" altLang="en-US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1378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rm's-eye-view of white concrete building">
            <a:extLst>
              <a:ext uri="{FF2B5EF4-FFF2-40B4-BE49-F238E27FC236}">
                <a16:creationId xmlns:a16="http://schemas.microsoft.com/office/drawing/2014/main" id="{E3632ECD-7293-6940-71FC-241A30495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b="80289"/>
          <a:stretch/>
        </p:blipFill>
        <p:spPr bwMode="auto">
          <a:xfrm>
            <a:off x="-14514" y="0"/>
            <a:ext cx="12221028" cy="95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B755CBA-C1EC-28CF-BB20-3545AE99B592}"/>
              </a:ext>
            </a:extLst>
          </p:cNvPr>
          <p:cNvSpPr/>
          <p:nvPr/>
        </p:nvSpPr>
        <p:spPr>
          <a:xfrm>
            <a:off x="-14513" y="0"/>
            <a:ext cx="12221028" cy="956312"/>
          </a:xfrm>
          <a:prstGeom prst="rect">
            <a:avLst/>
          </a:prstGeom>
          <a:solidFill>
            <a:srgbClr val="09293E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B44510-0956-0581-AF3F-6E8541293E59}"/>
              </a:ext>
            </a:extLst>
          </p:cNvPr>
          <p:cNvSpPr txBox="1"/>
          <p:nvPr/>
        </p:nvSpPr>
        <p:spPr>
          <a:xfrm>
            <a:off x="285522" y="-29676"/>
            <a:ext cx="486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Ⅰ</a:t>
            </a:r>
            <a:endParaRPr lang="ko-KR" altLang="en-US" sz="5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6ECE59-B7A9-7A92-1F56-A072AC89EFF7}"/>
              </a:ext>
            </a:extLst>
          </p:cNvPr>
          <p:cNvSpPr txBox="1"/>
          <p:nvPr/>
        </p:nvSpPr>
        <p:spPr>
          <a:xfrm>
            <a:off x="7324627" y="551204"/>
            <a:ext cx="458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Coporation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Of PPT Hunter Template Legend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518056D-65E3-CE3F-E129-11E338DF66BD}"/>
              </a:ext>
            </a:extLst>
          </p:cNvPr>
          <p:cNvGrpSpPr/>
          <p:nvPr/>
        </p:nvGrpSpPr>
        <p:grpSpPr>
          <a:xfrm>
            <a:off x="875584" y="185768"/>
            <a:ext cx="6908802" cy="627046"/>
            <a:chOff x="772475" y="185768"/>
            <a:chExt cx="6908802" cy="62704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E459CAE-B0F3-DDE1-C4D1-1A1A7ED6AB70}"/>
                </a:ext>
              </a:extLst>
            </p:cNvPr>
            <p:cNvSpPr txBox="1"/>
            <p:nvPr/>
          </p:nvSpPr>
          <p:spPr>
            <a:xfrm>
              <a:off x="772477" y="351149"/>
              <a:ext cx="690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9E8FF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나이스한</a:t>
              </a:r>
              <a:r>
                <a:rPr lang="ko-KR" altLang="en-US" sz="2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9E8FF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 슬라이드의 제목</a:t>
              </a:r>
              <a:r>
                <a:rPr lang="ko-KR" altLang="en-US" sz="2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을 입력해주세요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341EC75-0584-2F41-C35B-68AA39BA8356}"/>
                </a:ext>
              </a:extLst>
            </p:cNvPr>
            <p:cNvSpPr txBox="1"/>
            <p:nvPr/>
          </p:nvSpPr>
          <p:spPr>
            <a:xfrm>
              <a:off x="772475" y="185768"/>
              <a:ext cx="14920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소제목입력 </a:t>
              </a:r>
              <a:r>
                <a:rPr lang="ko-KR" altLang="en-US" sz="100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레쓰고</a:t>
              </a:r>
              <a:endPara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FE48A0B-4F5A-CF3F-068E-0E64E2CC6FFE}"/>
              </a:ext>
            </a:extLst>
          </p:cNvPr>
          <p:cNvSpPr/>
          <p:nvPr/>
        </p:nvSpPr>
        <p:spPr>
          <a:xfrm>
            <a:off x="801328" y="1460100"/>
            <a:ext cx="801328" cy="348792"/>
          </a:xfrm>
          <a:prstGeom prst="roundRect">
            <a:avLst/>
          </a:prstGeom>
          <a:solidFill>
            <a:srgbClr val="0A2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1-1</a:t>
            </a:r>
            <a:endParaRPr lang="ko-KR" altLang="en-US" sz="160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2B2269-CA0A-FFFA-FCD4-43BE930F5C75}"/>
              </a:ext>
            </a:extLst>
          </p:cNvPr>
          <p:cNvSpPr txBox="1"/>
          <p:nvPr/>
        </p:nvSpPr>
        <p:spPr>
          <a:xfrm>
            <a:off x="1668645" y="1465219"/>
            <a:ext cx="2757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2539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소제목을 입력해주시기 바랍니다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DB912C3D-217A-44A8-BE17-8EAE0C9005E5}"/>
              </a:ext>
            </a:extLst>
          </p:cNvPr>
          <p:cNvSpPr/>
          <p:nvPr/>
        </p:nvSpPr>
        <p:spPr>
          <a:xfrm>
            <a:off x="6293906" y="1460100"/>
            <a:ext cx="801328" cy="348792"/>
          </a:xfrm>
          <a:prstGeom prst="roundRect">
            <a:avLst/>
          </a:prstGeom>
          <a:solidFill>
            <a:srgbClr val="0A25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1-2</a:t>
            </a:r>
            <a:endParaRPr lang="ko-KR" altLang="en-US" sz="160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7A5DDE-0D0F-C578-815E-8292664DE1D4}"/>
              </a:ext>
            </a:extLst>
          </p:cNvPr>
          <p:cNvSpPr txBox="1"/>
          <p:nvPr/>
        </p:nvSpPr>
        <p:spPr>
          <a:xfrm>
            <a:off x="7161223" y="1465219"/>
            <a:ext cx="2757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2539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소제목을 입력해주시기 바랍니다</a:t>
            </a:r>
          </a:p>
        </p:txBody>
      </p:sp>
      <p:graphicFrame>
        <p:nvGraphicFramePr>
          <p:cNvPr id="45" name="표 50">
            <a:extLst>
              <a:ext uri="{FF2B5EF4-FFF2-40B4-BE49-F238E27FC236}">
                <a16:creationId xmlns:a16="http://schemas.microsoft.com/office/drawing/2014/main" id="{E4BBE681-C720-F974-4774-68C1C74E2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979710"/>
              </p:ext>
            </p:extLst>
          </p:nvPr>
        </p:nvGraphicFramePr>
        <p:xfrm>
          <a:off x="801328" y="2117967"/>
          <a:ext cx="5096768" cy="3175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013">
                  <a:extLst>
                    <a:ext uri="{9D8B030D-6E8A-4147-A177-3AD203B41FA5}">
                      <a16:colId xmlns:a16="http://schemas.microsoft.com/office/drawing/2014/main" val="423895232"/>
                    </a:ext>
                  </a:extLst>
                </a:gridCol>
                <a:gridCol w="3820755">
                  <a:extLst>
                    <a:ext uri="{9D8B030D-6E8A-4147-A177-3AD203B41FA5}">
                      <a16:colId xmlns:a16="http://schemas.microsoft.com/office/drawing/2014/main" val="2418480026"/>
                    </a:ext>
                  </a:extLst>
                </a:gridCol>
              </a:tblGrid>
              <a:tr h="4536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제목입력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나이스한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 내용을 입력해주시기 바랍니다</a:t>
                      </a:r>
                    </a:p>
                  </a:txBody>
                  <a:tcPr marL="27000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20278"/>
                  </a:ext>
                </a:extLst>
              </a:tr>
              <a:tr h="4536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제목입력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나이스한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 내용을 입력해주시기 바랍니다</a:t>
                      </a:r>
                    </a:p>
                  </a:txBody>
                  <a:tcPr marL="27000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8851"/>
                  </a:ext>
                </a:extLst>
              </a:tr>
              <a:tr h="4536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제목입력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나이스한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 내용을 입력해주시기 바랍니다</a:t>
                      </a:r>
                    </a:p>
                  </a:txBody>
                  <a:tcPr marL="27000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922749"/>
                  </a:ext>
                </a:extLst>
              </a:tr>
              <a:tr h="4536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제목입력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나이스한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 내용을 입력해주시기 바랍니다</a:t>
                      </a:r>
                    </a:p>
                  </a:txBody>
                  <a:tcPr marL="27000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465703"/>
                  </a:ext>
                </a:extLst>
              </a:tr>
              <a:tr h="4536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제목입력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나이스한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 내용을 입력해주시기 바랍니다</a:t>
                      </a:r>
                    </a:p>
                  </a:txBody>
                  <a:tcPr marL="27000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088676"/>
                  </a:ext>
                </a:extLst>
              </a:tr>
              <a:tr h="4536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제목입력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나이스한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 내용을 입력해주시기 바랍니다</a:t>
                      </a:r>
                    </a:p>
                  </a:txBody>
                  <a:tcPr marL="27000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512452"/>
                  </a:ext>
                </a:extLst>
              </a:tr>
              <a:tr h="4536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제목입력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나이스한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 내용을 입력해주시기 바랍니다</a:t>
                      </a:r>
                    </a:p>
                  </a:txBody>
                  <a:tcPr marL="27000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098179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12086215-A3DA-69CC-F552-2FE8216CE52C}"/>
              </a:ext>
            </a:extLst>
          </p:cNvPr>
          <p:cNvSpPr txBox="1"/>
          <p:nvPr/>
        </p:nvSpPr>
        <p:spPr>
          <a:xfrm>
            <a:off x="801328" y="5471990"/>
            <a:ext cx="458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※ </a:t>
            </a:r>
            <a:r>
              <a:rPr lang="ko-KR" altLang="en-US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나이스한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내용을 입력해주시면 되겠습니다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aphicFrame>
        <p:nvGraphicFramePr>
          <p:cNvPr id="54" name="표 50">
            <a:extLst>
              <a:ext uri="{FF2B5EF4-FFF2-40B4-BE49-F238E27FC236}">
                <a16:creationId xmlns:a16="http://schemas.microsoft.com/office/drawing/2014/main" id="{FC250837-E0E1-04BD-69CF-F8871F9EB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797053"/>
              </p:ext>
            </p:extLst>
          </p:nvPr>
        </p:nvGraphicFramePr>
        <p:xfrm>
          <a:off x="6293906" y="2117967"/>
          <a:ext cx="5096768" cy="3175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950">
                  <a:extLst>
                    <a:ext uri="{9D8B030D-6E8A-4147-A177-3AD203B41FA5}">
                      <a16:colId xmlns:a16="http://schemas.microsoft.com/office/drawing/2014/main" val="423895232"/>
                    </a:ext>
                  </a:extLst>
                </a:gridCol>
                <a:gridCol w="3591818">
                  <a:extLst>
                    <a:ext uri="{9D8B030D-6E8A-4147-A177-3AD203B41FA5}">
                      <a16:colId xmlns:a16="http://schemas.microsoft.com/office/drawing/2014/main" val="2418480026"/>
                    </a:ext>
                  </a:extLst>
                </a:gridCol>
              </a:tblGrid>
              <a:tr h="45367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시장규모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나이스한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 내용을 입력해주시기 바랍니다</a:t>
                      </a:r>
                    </a:p>
                  </a:txBody>
                  <a:tcPr marL="27000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20278"/>
                  </a:ext>
                </a:extLst>
              </a:tr>
              <a:tr h="4536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판매경로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국내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(n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개지점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marL="27000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8851"/>
                  </a:ext>
                </a:extLst>
              </a:tr>
              <a:tr h="453679">
                <a:tc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제목입력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해외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(n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개지점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marL="27000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922749"/>
                  </a:ext>
                </a:extLst>
              </a:tr>
              <a:tr h="4536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직원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총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 N,NN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명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국내 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nn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해외 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nnn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marL="27000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465703"/>
                  </a:ext>
                </a:extLst>
              </a:tr>
              <a:tr h="4536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매출액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7,248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억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(2021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년 연결기준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 marL="27000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088676"/>
                  </a:ext>
                </a:extLst>
              </a:tr>
              <a:tr h="4536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기타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나이스한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 내용을 입력해주시기 바랍니다</a:t>
                      </a:r>
                    </a:p>
                  </a:txBody>
                  <a:tcPr marL="27000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512452"/>
                  </a:ext>
                </a:extLst>
              </a:tr>
              <a:tr h="453679">
                <a:tc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제목입력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나이스한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 내용을 입력해주시기 바랍니다</a:t>
                      </a:r>
                    </a:p>
                  </a:txBody>
                  <a:tcPr marL="27000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098179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9B3E1C3B-ACF2-42A0-76CC-C7A0539FBDC7}"/>
              </a:ext>
            </a:extLst>
          </p:cNvPr>
          <p:cNvSpPr txBox="1"/>
          <p:nvPr/>
        </p:nvSpPr>
        <p:spPr>
          <a:xfrm>
            <a:off x="6293906" y="5471990"/>
            <a:ext cx="458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※ </a:t>
            </a:r>
            <a:r>
              <a:rPr lang="ko-KR" altLang="en-US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나이스한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내용을 입력해주시면 되겠습니다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3507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rm's-eye-view of white concrete building">
            <a:extLst>
              <a:ext uri="{FF2B5EF4-FFF2-40B4-BE49-F238E27FC236}">
                <a16:creationId xmlns:a16="http://schemas.microsoft.com/office/drawing/2014/main" id="{E3632ECD-7293-6940-71FC-241A30495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b="80289"/>
          <a:stretch/>
        </p:blipFill>
        <p:spPr bwMode="auto">
          <a:xfrm>
            <a:off x="-14514" y="0"/>
            <a:ext cx="12221028" cy="95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B755CBA-C1EC-28CF-BB20-3545AE99B592}"/>
              </a:ext>
            </a:extLst>
          </p:cNvPr>
          <p:cNvSpPr/>
          <p:nvPr/>
        </p:nvSpPr>
        <p:spPr>
          <a:xfrm>
            <a:off x="-14513" y="0"/>
            <a:ext cx="12221028" cy="956312"/>
          </a:xfrm>
          <a:prstGeom prst="rect">
            <a:avLst/>
          </a:prstGeom>
          <a:solidFill>
            <a:srgbClr val="09293E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B44510-0956-0581-AF3F-6E8541293E59}"/>
              </a:ext>
            </a:extLst>
          </p:cNvPr>
          <p:cNvSpPr txBox="1"/>
          <p:nvPr/>
        </p:nvSpPr>
        <p:spPr>
          <a:xfrm>
            <a:off x="285522" y="-29676"/>
            <a:ext cx="486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Ⅱ</a:t>
            </a:r>
            <a:endParaRPr lang="ko-KR" altLang="en-US" sz="5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C2D5F5-F857-10CD-2E55-32B5B7A4A37F}"/>
              </a:ext>
            </a:extLst>
          </p:cNvPr>
          <p:cNvSpPr txBox="1"/>
          <p:nvPr/>
        </p:nvSpPr>
        <p:spPr>
          <a:xfrm>
            <a:off x="875586" y="351149"/>
            <a:ext cx="690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나이스한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슬라이드의 제목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을 입력해주세요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FD18EB-CCFF-ECE5-0F2C-BB16E3DB5534}"/>
              </a:ext>
            </a:extLst>
          </p:cNvPr>
          <p:cNvSpPr txBox="1"/>
          <p:nvPr/>
        </p:nvSpPr>
        <p:spPr>
          <a:xfrm>
            <a:off x="875584" y="185768"/>
            <a:ext cx="14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소제목입력 </a:t>
            </a:r>
            <a:r>
              <a:rPr lang="ko-KR" altLang="en-US" sz="1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레쓰고</a:t>
            </a:r>
            <a:endParaRPr lang="ko-KR" altLang="en-US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3A96FF-531F-CE67-6480-1801038DA9D4}"/>
              </a:ext>
            </a:extLst>
          </p:cNvPr>
          <p:cNvSpPr txBox="1"/>
          <p:nvPr/>
        </p:nvSpPr>
        <p:spPr>
          <a:xfrm>
            <a:off x="7324627" y="551204"/>
            <a:ext cx="458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Coporation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Of PPT Hunter Template Legend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A2A8C-BA76-755B-D8DE-1A65DB0D1A0E}"/>
              </a:ext>
            </a:extLst>
          </p:cNvPr>
          <p:cNvSpPr txBox="1"/>
          <p:nvPr/>
        </p:nvSpPr>
        <p:spPr>
          <a:xfrm>
            <a:off x="409575" y="1287747"/>
            <a:ext cx="323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2539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r>
              <a:rPr lang="en-US" altLang="ko-KR" dirty="0">
                <a:solidFill>
                  <a:srgbClr val="0D2C3F"/>
                </a:solidFill>
              </a:rPr>
              <a:t>1) </a:t>
            </a:r>
            <a:r>
              <a:rPr lang="ko-KR" altLang="en-US" dirty="0">
                <a:solidFill>
                  <a:srgbClr val="0D2C3F"/>
                </a:solidFill>
              </a:rPr>
              <a:t>소제목을 입력해주시기 바랍니다</a:t>
            </a:r>
          </a:p>
        </p:txBody>
      </p:sp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449E3C31-FAED-3ACE-A4B4-297358D194CE}"/>
              </a:ext>
            </a:extLst>
          </p:cNvPr>
          <p:cNvSpPr/>
          <p:nvPr/>
        </p:nvSpPr>
        <p:spPr>
          <a:xfrm>
            <a:off x="674082" y="1860665"/>
            <a:ext cx="2451968" cy="271586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FFFFF"/>
          </a:solidFill>
          <a:ln>
            <a:solidFill>
              <a:srgbClr val="0E2D4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8B30BBDD-CA78-E039-DEB0-D3C85777DB30}"/>
              </a:ext>
            </a:extLst>
          </p:cNvPr>
          <p:cNvSpPr/>
          <p:nvPr/>
        </p:nvSpPr>
        <p:spPr>
          <a:xfrm rot="10800000">
            <a:off x="674081" y="1860664"/>
            <a:ext cx="2451967" cy="37855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E2C3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E32DB2-746B-169C-FB0B-E8B05E38728D}"/>
              </a:ext>
            </a:extLst>
          </p:cNvPr>
          <p:cNvSpPr txBox="1"/>
          <p:nvPr/>
        </p:nvSpPr>
        <p:spPr>
          <a:xfrm>
            <a:off x="1199129" y="1861146"/>
            <a:ext cx="1410872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4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2F2F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First Topic</a:t>
            </a:r>
          </a:p>
        </p:txBody>
      </p:sp>
      <p:pic>
        <p:nvPicPr>
          <p:cNvPr id="18" name="그래픽 17" descr="가로 막대형 차트 단색으로 채워진">
            <a:extLst>
              <a:ext uri="{FF2B5EF4-FFF2-40B4-BE49-F238E27FC236}">
                <a16:creationId xmlns:a16="http://schemas.microsoft.com/office/drawing/2014/main" id="{508FD5BE-E0FA-9724-187C-022128798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58292" y="2435294"/>
            <a:ext cx="692546" cy="6925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7A98373-584D-A8D3-1432-220122B9FA73}"/>
              </a:ext>
            </a:extLst>
          </p:cNvPr>
          <p:cNvSpPr txBox="1"/>
          <p:nvPr/>
        </p:nvSpPr>
        <p:spPr>
          <a:xfrm>
            <a:off x="845703" y="3209555"/>
            <a:ext cx="2117724" cy="548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14000"/>
              </a:lnSpc>
            </a:pPr>
            <a:r>
              <a:rPr lang="ko-KR" altLang="en-US" sz="16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E2C3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제목입력</a:t>
            </a:r>
            <a:endParaRPr lang="en-US" altLang="ko-KR" sz="160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E2C3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E2C3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Title In English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929022-4FE5-F60C-B881-5DA49B9C33B9}"/>
              </a:ext>
            </a:extLst>
          </p:cNvPr>
          <p:cNvSpPr txBox="1"/>
          <p:nvPr/>
        </p:nvSpPr>
        <p:spPr>
          <a:xfrm>
            <a:off x="729006" y="3839819"/>
            <a:ext cx="2351120" cy="516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꼰머형님이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좋아할만한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설명멘트를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나이스하게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입력해주시면 되겠습니다 </a:t>
            </a: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)</a:t>
            </a:r>
          </a:p>
        </p:txBody>
      </p:sp>
      <p:sp>
        <p:nvSpPr>
          <p:cNvPr id="56" name="사각형: 둥근 위쪽 모서리 55">
            <a:extLst>
              <a:ext uri="{FF2B5EF4-FFF2-40B4-BE49-F238E27FC236}">
                <a16:creationId xmlns:a16="http://schemas.microsoft.com/office/drawing/2014/main" id="{DAF9187B-4220-859F-C796-861877DB45FB}"/>
              </a:ext>
            </a:extLst>
          </p:cNvPr>
          <p:cNvSpPr/>
          <p:nvPr/>
        </p:nvSpPr>
        <p:spPr>
          <a:xfrm>
            <a:off x="674082" y="4576527"/>
            <a:ext cx="2451968" cy="8171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E2C3F"/>
          </a:solidFill>
          <a:ln>
            <a:solidFill>
              <a:srgbClr val="0E2D4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58" name="사각형: 둥근 위쪽 모서리 57">
            <a:extLst>
              <a:ext uri="{FF2B5EF4-FFF2-40B4-BE49-F238E27FC236}">
                <a16:creationId xmlns:a16="http://schemas.microsoft.com/office/drawing/2014/main" id="{492ADF4C-8158-75F1-7EBC-579E33582A49}"/>
              </a:ext>
            </a:extLst>
          </p:cNvPr>
          <p:cNvSpPr/>
          <p:nvPr/>
        </p:nvSpPr>
        <p:spPr>
          <a:xfrm>
            <a:off x="3468372" y="1860665"/>
            <a:ext cx="2451968" cy="271586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FFFFF"/>
          </a:solidFill>
          <a:ln>
            <a:solidFill>
              <a:srgbClr val="0E2D4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59" name="사각형: 둥근 위쪽 모서리 58">
            <a:extLst>
              <a:ext uri="{FF2B5EF4-FFF2-40B4-BE49-F238E27FC236}">
                <a16:creationId xmlns:a16="http://schemas.microsoft.com/office/drawing/2014/main" id="{05F1B40D-EAFD-7456-F274-0682BE34B396}"/>
              </a:ext>
            </a:extLst>
          </p:cNvPr>
          <p:cNvSpPr/>
          <p:nvPr/>
        </p:nvSpPr>
        <p:spPr>
          <a:xfrm rot="10800000">
            <a:off x="3468371" y="1860664"/>
            <a:ext cx="2451967" cy="37855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E2C3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EF6162-9634-28E5-BE72-1F0E41A895ED}"/>
              </a:ext>
            </a:extLst>
          </p:cNvPr>
          <p:cNvSpPr txBox="1"/>
          <p:nvPr/>
        </p:nvSpPr>
        <p:spPr>
          <a:xfrm>
            <a:off x="3993419" y="1861146"/>
            <a:ext cx="1410872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4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2F2F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Second Topic</a:t>
            </a:r>
          </a:p>
        </p:txBody>
      </p:sp>
      <p:pic>
        <p:nvPicPr>
          <p:cNvPr id="63" name="그래픽 62" descr="아프리카 단색으로 채워진">
            <a:extLst>
              <a:ext uri="{FF2B5EF4-FFF2-40B4-BE49-F238E27FC236}">
                <a16:creationId xmlns:a16="http://schemas.microsoft.com/office/drawing/2014/main" id="{60668981-9DF8-D06F-338E-7542EDD427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352582" y="2435294"/>
            <a:ext cx="692546" cy="692546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C4D22733-CED1-12E6-2F17-F41F08AF29C6}"/>
              </a:ext>
            </a:extLst>
          </p:cNvPr>
          <p:cNvSpPr txBox="1"/>
          <p:nvPr/>
        </p:nvSpPr>
        <p:spPr>
          <a:xfrm>
            <a:off x="3639993" y="3209555"/>
            <a:ext cx="2117724" cy="548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14000"/>
              </a:lnSpc>
            </a:pPr>
            <a:r>
              <a:rPr lang="ko-KR" altLang="en-US" sz="16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E2C3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제목입력</a:t>
            </a:r>
            <a:endParaRPr lang="en-US" altLang="ko-KR" sz="160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E2C3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E2C3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Title In English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406768-3356-0CC0-F982-D6DC23184C6A}"/>
              </a:ext>
            </a:extLst>
          </p:cNvPr>
          <p:cNvSpPr txBox="1"/>
          <p:nvPr/>
        </p:nvSpPr>
        <p:spPr>
          <a:xfrm>
            <a:off x="3523296" y="3839819"/>
            <a:ext cx="2351120" cy="516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꼰머형님이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좋아할만한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설명멘트를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나이스하게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입력해주시면 되겠습니다 </a:t>
            </a: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)</a:t>
            </a:r>
          </a:p>
        </p:txBody>
      </p:sp>
      <p:sp>
        <p:nvSpPr>
          <p:cNvPr id="62" name="사각형: 둥근 위쪽 모서리 61">
            <a:extLst>
              <a:ext uri="{FF2B5EF4-FFF2-40B4-BE49-F238E27FC236}">
                <a16:creationId xmlns:a16="http://schemas.microsoft.com/office/drawing/2014/main" id="{6F1ED5F9-99C2-69DE-4A3C-1495F60F29A4}"/>
              </a:ext>
            </a:extLst>
          </p:cNvPr>
          <p:cNvSpPr/>
          <p:nvPr/>
        </p:nvSpPr>
        <p:spPr>
          <a:xfrm>
            <a:off x="3468372" y="4576527"/>
            <a:ext cx="2451968" cy="8171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E2C3F"/>
          </a:solidFill>
          <a:ln>
            <a:solidFill>
              <a:srgbClr val="0E2D4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7" name="사각형: 둥근 위쪽 모서리 66">
            <a:extLst>
              <a:ext uri="{FF2B5EF4-FFF2-40B4-BE49-F238E27FC236}">
                <a16:creationId xmlns:a16="http://schemas.microsoft.com/office/drawing/2014/main" id="{3361ECA4-CDEB-580C-414D-C94BE319BDCE}"/>
              </a:ext>
            </a:extLst>
          </p:cNvPr>
          <p:cNvSpPr/>
          <p:nvPr/>
        </p:nvSpPr>
        <p:spPr>
          <a:xfrm>
            <a:off x="6262662" y="1860665"/>
            <a:ext cx="2451968" cy="271586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FFFFF"/>
          </a:solidFill>
          <a:ln>
            <a:solidFill>
              <a:srgbClr val="0E2D4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8" name="사각형: 둥근 위쪽 모서리 67">
            <a:extLst>
              <a:ext uri="{FF2B5EF4-FFF2-40B4-BE49-F238E27FC236}">
                <a16:creationId xmlns:a16="http://schemas.microsoft.com/office/drawing/2014/main" id="{4668FD6B-B293-6935-9744-A897C3F635D8}"/>
              </a:ext>
            </a:extLst>
          </p:cNvPr>
          <p:cNvSpPr/>
          <p:nvPr/>
        </p:nvSpPr>
        <p:spPr>
          <a:xfrm rot="10800000">
            <a:off x="6262661" y="1860664"/>
            <a:ext cx="2451967" cy="37855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E2C3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D51153-3925-D2D1-504F-7A01867840E6}"/>
              </a:ext>
            </a:extLst>
          </p:cNvPr>
          <p:cNvSpPr txBox="1"/>
          <p:nvPr/>
        </p:nvSpPr>
        <p:spPr>
          <a:xfrm>
            <a:off x="6787709" y="1861146"/>
            <a:ext cx="1410872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4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2F2F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Third Topic</a:t>
            </a:r>
          </a:p>
        </p:txBody>
      </p:sp>
      <p:pic>
        <p:nvPicPr>
          <p:cNvPr id="72" name="그래픽 71" descr="분재 단색으로 채워진">
            <a:extLst>
              <a:ext uri="{FF2B5EF4-FFF2-40B4-BE49-F238E27FC236}">
                <a16:creationId xmlns:a16="http://schemas.microsoft.com/office/drawing/2014/main" id="{61502E8D-3B22-1204-83E9-C5DC39D679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146872" y="2435294"/>
            <a:ext cx="692546" cy="692546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309942FE-5E80-5198-5F70-A5559D5DDFE5}"/>
              </a:ext>
            </a:extLst>
          </p:cNvPr>
          <p:cNvSpPr txBox="1"/>
          <p:nvPr/>
        </p:nvSpPr>
        <p:spPr>
          <a:xfrm>
            <a:off x="6434283" y="3209555"/>
            <a:ext cx="2117724" cy="548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14000"/>
              </a:lnSpc>
            </a:pPr>
            <a:r>
              <a:rPr lang="ko-KR" altLang="en-US" sz="16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E2C3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제목입력</a:t>
            </a:r>
            <a:endParaRPr lang="en-US" altLang="ko-KR" sz="160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E2C3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E2C3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Title In English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7CC6664-190B-AAEC-37B3-40DAC0E9E7E2}"/>
              </a:ext>
            </a:extLst>
          </p:cNvPr>
          <p:cNvSpPr txBox="1"/>
          <p:nvPr/>
        </p:nvSpPr>
        <p:spPr>
          <a:xfrm>
            <a:off x="6317586" y="3839819"/>
            <a:ext cx="2351120" cy="516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꼰머형님이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좋아할만한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설명멘트를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나이스하게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입력해주시면 되겠습니다 </a:t>
            </a: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)</a:t>
            </a:r>
          </a:p>
        </p:txBody>
      </p:sp>
      <p:sp>
        <p:nvSpPr>
          <p:cNvPr id="71" name="사각형: 둥근 위쪽 모서리 70">
            <a:extLst>
              <a:ext uri="{FF2B5EF4-FFF2-40B4-BE49-F238E27FC236}">
                <a16:creationId xmlns:a16="http://schemas.microsoft.com/office/drawing/2014/main" id="{0DBD4A95-9B9B-8F70-2AD8-F386A6BECF23}"/>
              </a:ext>
            </a:extLst>
          </p:cNvPr>
          <p:cNvSpPr/>
          <p:nvPr/>
        </p:nvSpPr>
        <p:spPr>
          <a:xfrm>
            <a:off x="6262662" y="4576527"/>
            <a:ext cx="2451968" cy="8171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E2C3F"/>
          </a:solidFill>
          <a:ln>
            <a:solidFill>
              <a:srgbClr val="0E2D4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76" name="사각형: 둥근 위쪽 모서리 75">
            <a:extLst>
              <a:ext uri="{FF2B5EF4-FFF2-40B4-BE49-F238E27FC236}">
                <a16:creationId xmlns:a16="http://schemas.microsoft.com/office/drawing/2014/main" id="{B0A8550A-5C61-55D7-47F7-502DB04A65EC}"/>
              </a:ext>
            </a:extLst>
          </p:cNvPr>
          <p:cNvSpPr/>
          <p:nvPr/>
        </p:nvSpPr>
        <p:spPr>
          <a:xfrm>
            <a:off x="9056951" y="1860665"/>
            <a:ext cx="2451968" cy="271586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FFFFF"/>
          </a:solidFill>
          <a:ln>
            <a:solidFill>
              <a:srgbClr val="0E2D4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77" name="사각형: 둥근 위쪽 모서리 76">
            <a:extLst>
              <a:ext uri="{FF2B5EF4-FFF2-40B4-BE49-F238E27FC236}">
                <a16:creationId xmlns:a16="http://schemas.microsoft.com/office/drawing/2014/main" id="{37536CA0-8DBC-2E0D-D7E3-D55008DC136B}"/>
              </a:ext>
            </a:extLst>
          </p:cNvPr>
          <p:cNvSpPr/>
          <p:nvPr/>
        </p:nvSpPr>
        <p:spPr>
          <a:xfrm rot="10800000">
            <a:off x="9056950" y="1860664"/>
            <a:ext cx="2451967" cy="37855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E2C3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92B807F-1ACA-525B-6757-63747289ED5E}"/>
              </a:ext>
            </a:extLst>
          </p:cNvPr>
          <p:cNvSpPr txBox="1"/>
          <p:nvPr/>
        </p:nvSpPr>
        <p:spPr>
          <a:xfrm>
            <a:off x="9581998" y="1861146"/>
            <a:ext cx="1410872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4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2F2F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Fourth Topic</a:t>
            </a:r>
          </a:p>
        </p:txBody>
      </p:sp>
      <p:pic>
        <p:nvPicPr>
          <p:cNvPr id="81" name="그래픽 80" descr="비즈니스 성장 단색으로 채워진">
            <a:extLst>
              <a:ext uri="{FF2B5EF4-FFF2-40B4-BE49-F238E27FC236}">
                <a16:creationId xmlns:a16="http://schemas.microsoft.com/office/drawing/2014/main" id="{EBC4682C-E17C-671A-9A96-57AF616653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941161" y="2435294"/>
            <a:ext cx="692546" cy="692546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A52E9EC1-1F31-6E09-204F-EF803B56A62C}"/>
              </a:ext>
            </a:extLst>
          </p:cNvPr>
          <p:cNvSpPr txBox="1"/>
          <p:nvPr/>
        </p:nvSpPr>
        <p:spPr>
          <a:xfrm>
            <a:off x="9228572" y="3209555"/>
            <a:ext cx="2117724" cy="548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14000"/>
              </a:lnSpc>
            </a:pPr>
            <a:r>
              <a:rPr lang="ko-KR" altLang="en-US" sz="16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E2C3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제목입력</a:t>
            </a:r>
            <a:endParaRPr lang="en-US" altLang="ko-KR" sz="160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E2C3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E2C3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Title In English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F43AA81-D56C-8868-0F01-FE77612D2A51}"/>
              </a:ext>
            </a:extLst>
          </p:cNvPr>
          <p:cNvSpPr txBox="1"/>
          <p:nvPr/>
        </p:nvSpPr>
        <p:spPr>
          <a:xfrm>
            <a:off x="9111875" y="3839819"/>
            <a:ext cx="2351120" cy="516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꼰머형님이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좋아할만한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설명멘트를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나이스하게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입력해주시면 되겠습니다 </a:t>
            </a: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)</a:t>
            </a:r>
          </a:p>
        </p:txBody>
      </p:sp>
      <p:sp>
        <p:nvSpPr>
          <p:cNvPr id="80" name="사각형: 둥근 위쪽 모서리 79">
            <a:extLst>
              <a:ext uri="{FF2B5EF4-FFF2-40B4-BE49-F238E27FC236}">
                <a16:creationId xmlns:a16="http://schemas.microsoft.com/office/drawing/2014/main" id="{60957338-00C2-B80D-E5F4-EFA7BB179C78}"/>
              </a:ext>
            </a:extLst>
          </p:cNvPr>
          <p:cNvSpPr/>
          <p:nvPr/>
        </p:nvSpPr>
        <p:spPr>
          <a:xfrm>
            <a:off x="9056951" y="4576527"/>
            <a:ext cx="2451968" cy="8171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E2C3F"/>
          </a:solidFill>
          <a:ln>
            <a:solidFill>
              <a:srgbClr val="0E2D4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493DB45F-DD2D-62B3-A1D7-114A41477FA7}"/>
              </a:ext>
            </a:extLst>
          </p:cNvPr>
          <p:cNvSpPr/>
          <p:nvPr/>
        </p:nvSpPr>
        <p:spPr>
          <a:xfrm>
            <a:off x="674080" y="5245825"/>
            <a:ext cx="10834837" cy="1228140"/>
          </a:xfrm>
          <a:prstGeom prst="roundRect">
            <a:avLst>
              <a:gd name="adj" fmla="val 9946"/>
            </a:avLst>
          </a:prstGeom>
          <a:solidFill>
            <a:srgbClr val="E6E6E6"/>
          </a:solidFill>
          <a:ln w="3175">
            <a:solidFill>
              <a:srgbClr val="0E2D4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A56F44AE-A426-321C-F02A-91B66922E7F2}"/>
              </a:ext>
            </a:extLst>
          </p:cNvPr>
          <p:cNvSpPr/>
          <p:nvPr/>
        </p:nvSpPr>
        <p:spPr>
          <a:xfrm>
            <a:off x="845703" y="4959128"/>
            <a:ext cx="2112128" cy="369663"/>
          </a:xfrm>
          <a:prstGeom prst="roundRect">
            <a:avLst>
              <a:gd name="adj" fmla="val 21898"/>
            </a:avLst>
          </a:prstGeom>
          <a:solidFill>
            <a:srgbClr val="0E2C3F"/>
          </a:solidFill>
          <a:ln w="3175">
            <a:solidFill>
              <a:srgbClr val="0E2D4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0F117FD-6FE8-22F3-CFD2-D06F116BB6B3}"/>
              </a:ext>
            </a:extLst>
          </p:cNvPr>
          <p:cNvSpPr txBox="1"/>
          <p:nvPr/>
        </p:nvSpPr>
        <p:spPr>
          <a:xfrm>
            <a:off x="1000605" y="4990071"/>
            <a:ext cx="18023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2539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pPr algn="ctr"/>
            <a:r>
              <a:rPr lang="en-US" altLang="ko-KR" sz="1400" dirty="0"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Point Of This Page</a:t>
            </a:r>
            <a:endParaRPr lang="ko-KR" altLang="en-US" sz="1400" dirty="0"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33BAFF-A12D-6850-4E21-56C702085A0E}"/>
              </a:ext>
            </a:extLst>
          </p:cNvPr>
          <p:cNvSpPr txBox="1"/>
          <p:nvPr/>
        </p:nvSpPr>
        <p:spPr>
          <a:xfrm>
            <a:off x="877251" y="5386144"/>
            <a:ext cx="10585744" cy="947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위 내용에 대한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요약설명을 입력해주시기 바랍니다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굳이 많은 내용이 들어가지 않더라도 상관없습니다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왼쪽의 여백은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꼰상사가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여백을 불편해하기 때문에 그냥 만들어 놓은 거거든요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그분들께서는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피피티에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여백이 많으면 정성이 없다고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생각해버리기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때문에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..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ㅠㅠ</a:t>
            </a:r>
            <a:endParaRPr lang="ko-KR" altLang="en-US" sz="120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7658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eamwork, Cooperation, Brainstorming, Business, Finance">
            <a:extLst>
              <a:ext uri="{FF2B5EF4-FFF2-40B4-BE49-F238E27FC236}">
                <a16:creationId xmlns:a16="http://schemas.microsoft.com/office/drawing/2014/main" id="{00034215-976A-55E1-896C-B3C32FD19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49" y="3182632"/>
            <a:ext cx="5274788" cy="3324219"/>
          </a:xfrm>
          <a:prstGeom prst="rect">
            <a:avLst/>
          </a:prstGeom>
          <a:noFill/>
          <a:effectLst>
            <a:outerShdw blurRad="101600" dist="50800" dir="2700000" sx="99000" sy="99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Business, Businessman, Chair, Computer, Desk, Desktop">
            <a:extLst>
              <a:ext uri="{FF2B5EF4-FFF2-40B4-BE49-F238E27FC236}">
                <a16:creationId xmlns:a16="http://schemas.microsoft.com/office/drawing/2014/main" id="{523E9D91-FAEF-45D9-827C-6275862FDD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64"/>
          <a:stretch/>
        </p:blipFill>
        <p:spPr bwMode="auto">
          <a:xfrm>
            <a:off x="6355064" y="3182632"/>
            <a:ext cx="5274788" cy="3324219"/>
          </a:xfrm>
          <a:prstGeom prst="rect">
            <a:avLst/>
          </a:prstGeom>
          <a:noFill/>
          <a:effectLst>
            <a:outerShdw blurRad="101600" dist="50800" dir="2700000" sx="99000" sy="99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orm's-eye-view of white concrete building">
            <a:extLst>
              <a:ext uri="{FF2B5EF4-FFF2-40B4-BE49-F238E27FC236}">
                <a16:creationId xmlns:a16="http://schemas.microsoft.com/office/drawing/2014/main" id="{E3632ECD-7293-6940-71FC-241A30495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b="80289"/>
          <a:stretch/>
        </p:blipFill>
        <p:spPr bwMode="auto">
          <a:xfrm>
            <a:off x="-14514" y="0"/>
            <a:ext cx="12221028" cy="95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B755CBA-C1EC-28CF-BB20-3545AE99B592}"/>
              </a:ext>
            </a:extLst>
          </p:cNvPr>
          <p:cNvSpPr/>
          <p:nvPr/>
        </p:nvSpPr>
        <p:spPr>
          <a:xfrm>
            <a:off x="-14513" y="0"/>
            <a:ext cx="12221028" cy="956312"/>
          </a:xfrm>
          <a:prstGeom prst="rect">
            <a:avLst/>
          </a:prstGeom>
          <a:solidFill>
            <a:srgbClr val="09293E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B44510-0956-0581-AF3F-6E8541293E59}"/>
              </a:ext>
            </a:extLst>
          </p:cNvPr>
          <p:cNvSpPr txBox="1"/>
          <p:nvPr/>
        </p:nvSpPr>
        <p:spPr>
          <a:xfrm>
            <a:off x="285522" y="-29676"/>
            <a:ext cx="486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Ⅱ</a:t>
            </a:r>
            <a:endParaRPr lang="ko-KR" altLang="en-US" sz="5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80A8171-CB0C-2F7A-794C-3811493A5585}"/>
              </a:ext>
            </a:extLst>
          </p:cNvPr>
          <p:cNvGrpSpPr/>
          <p:nvPr/>
        </p:nvGrpSpPr>
        <p:grpSpPr>
          <a:xfrm>
            <a:off x="875584" y="185768"/>
            <a:ext cx="6908802" cy="627046"/>
            <a:chOff x="772475" y="185768"/>
            <a:chExt cx="6908802" cy="62704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7C2D5F5-F857-10CD-2E55-32B5B7A4A37F}"/>
                </a:ext>
              </a:extLst>
            </p:cNvPr>
            <p:cNvSpPr txBox="1"/>
            <p:nvPr/>
          </p:nvSpPr>
          <p:spPr>
            <a:xfrm>
              <a:off x="772477" y="351149"/>
              <a:ext cx="690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9E8FF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나이스한</a:t>
              </a:r>
              <a:r>
                <a:rPr lang="ko-KR" altLang="en-US" sz="2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9E8FF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 슬라이드의 제목</a:t>
              </a:r>
              <a:r>
                <a:rPr lang="ko-KR" altLang="en-US" sz="2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을 입력해주세요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7FD18EB-CCFF-ECE5-0F2C-BB16E3DB5534}"/>
                </a:ext>
              </a:extLst>
            </p:cNvPr>
            <p:cNvSpPr txBox="1"/>
            <p:nvPr/>
          </p:nvSpPr>
          <p:spPr>
            <a:xfrm>
              <a:off x="772475" y="185768"/>
              <a:ext cx="14920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소제목입력 </a:t>
              </a:r>
              <a:r>
                <a:rPr lang="ko-KR" altLang="en-US" sz="100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레쓰고</a:t>
              </a:r>
              <a:endPara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A3A96FF-531F-CE67-6480-1801038DA9D4}"/>
              </a:ext>
            </a:extLst>
          </p:cNvPr>
          <p:cNvSpPr txBox="1"/>
          <p:nvPr/>
        </p:nvSpPr>
        <p:spPr>
          <a:xfrm>
            <a:off x="7324627" y="551204"/>
            <a:ext cx="458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Coporation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Of PPT Hunter Template Legend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5D837A-A56D-4AD8-86C6-E602A2DC7100}"/>
              </a:ext>
            </a:extLst>
          </p:cNvPr>
          <p:cNvSpPr txBox="1"/>
          <p:nvPr/>
        </p:nvSpPr>
        <p:spPr>
          <a:xfrm>
            <a:off x="409575" y="1287747"/>
            <a:ext cx="323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2539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r>
              <a:rPr lang="en-US" altLang="ko-KR" dirty="0">
                <a:solidFill>
                  <a:srgbClr val="0D2C3F"/>
                </a:solidFill>
              </a:rPr>
              <a:t>1) </a:t>
            </a:r>
            <a:r>
              <a:rPr lang="ko-KR" altLang="en-US" dirty="0">
                <a:solidFill>
                  <a:srgbClr val="0D2C3F"/>
                </a:solidFill>
              </a:rPr>
              <a:t>소제목을 입력해주시기 바랍니다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D4EB8D-F164-F580-C49D-502558F1242E}"/>
              </a:ext>
            </a:extLst>
          </p:cNvPr>
          <p:cNvSpPr txBox="1"/>
          <p:nvPr/>
        </p:nvSpPr>
        <p:spPr>
          <a:xfrm>
            <a:off x="875584" y="1647062"/>
            <a:ext cx="10896175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사실 진짜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쓸말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없는데 나는 원래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짧게짧게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조지는 스타일인데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피피피템플릿에서는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기본적으로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꽉꽉채워주는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ST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텍스트를 조져줘야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빌드업이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가능한 부분이기 때문에 최소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줄 반 이상을 써야 이자식이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피피티에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신경좀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썼구나 라고 생각하는 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꼰대 형님들이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있단말이지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그래서 열심히 이 템플릿으로 만드는 형님들이 글을 시작하기전에 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형님들의 꼰상사들을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내가 대신 욕하는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ST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 글을 쓰다보니 어느덧 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줄바리 이상을 나이스하게 썼단말이지 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줄 끝까지 채워주고 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4</a:t>
            </a:r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줄 초반에 끝내주는 르낌 </a:t>
            </a:r>
            <a:r>
              <a:rPr lang="en-US" altLang="ko-KR" sz="1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RG?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1" name="화살표: 갈매기형 수장 20">
            <a:extLst>
              <a:ext uri="{FF2B5EF4-FFF2-40B4-BE49-F238E27FC236}">
                <a16:creationId xmlns:a16="http://schemas.microsoft.com/office/drawing/2014/main" id="{D4741250-E862-7A83-2DD3-1644D66C1157}"/>
              </a:ext>
            </a:extLst>
          </p:cNvPr>
          <p:cNvSpPr/>
          <p:nvPr/>
        </p:nvSpPr>
        <p:spPr>
          <a:xfrm>
            <a:off x="768350" y="1826770"/>
            <a:ext cx="91281" cy="107156"/>
          </a:xfrm>
          <a:prstGeom prst="chevron">
            <a:avLst/>
          </a:prstGeom>
          <a:solidFill>
            <a:srgbClr val="0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3" name="화살표: 갈매기형 수장 22">
            <a:extLst>
              <a:ext uri="{FF2B5EF4-FFF2-40B4-BE49-F238E27FC236}">
                <a16:creationId xmlns:a16="http://schemas.microsoft.com/office/drawing/2014/main" id="{04F46AE6-8B17-9CA8-A52D-0F69C99BE6EB}"/>
              </a:ext>
            </a:extLst>
          </p:cNvPr>
          <p:cNvSpPr/>
          <p:nvPr/>
        </p:nvSpPr>
        <p:spPr>
          <a:xfrm>
            <a:off x="704056" y="1826770"/>
            <a:ext cx="91281" cy="107156"/>
          </a:xfrm>
          <a:prstGeom prst="chevron">
            <a:avLst/>
          </a:prstGeom>
          <a:solidFill>
            <a:srgbClr val="0E2C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829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233A2777-9D14-B6E0-8787-85844180D089}"/>
              </a:ext>
            </a:extLst>
          </p:cNvPr>
          <p:cNvSpPr/>
          <p:nvPr/>
        </p:nvSpPr>
        <p:spPr>
          <a:xfrm>
            <a:off x="686330" y="1828800"/>
            <a:ext cx="3202939" cy="473257"/>
          </a:xfrm>
          <a:prstGeom prst="rect">
            <a:avLst/>
          </a:prstGeom>
          <a:solidFill>
            <a:srgbClr val="0E2C3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92A8E59-980E-7787-450F-C2CBBBD6233F}"/>
              </a:ext>
            </a:extLst>
          </p:cNvPr>
          <p:cNvSpPr/>
          <p:nvPr/>
        </p:nvSpPr>
        <p:spPr>
          <a:xfrm>
            <a:off x="4485442" y="1828800"/>
            <a:ext cx="3202939" cy="473257"/>
          </a:xfrm>
          <a:prstGeom prst="rect">
            <a:avLst/>
          </a:prstGeom>
          <a:solidFill>
            <a:srgbClr val="0E2C3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82F0A61-C72D-FE16-3F54-186957F4EE58}"/>
              </a:ext>
            </a:extLst>
          </p:cNvPr>
          <p:cNvSpPr/>
          <p:nvPr/>
        </p:nvSpPr>
        <p:spPr>
          <a:xfrm>
            <a:off x="8302733" y="1828800"/>
            <a:ext cx="3202939" cy="473257"/>
          </a:xfrm>
          <a:prstGeom prst="rect">
            <a:avLst/>
          </a:prstGeom>
          <a:solidFill>
            <a:srgbClr val="0E2C3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worm's-eye-view of white concrete building">
            <a:extLst>
              <a:ext uri="{FF2B5EF4-FFF2-40B4-BE49-F238E27FC236}">
                <a16:creationId xmlns:a16="http://schemas.microsoft.com/office/drawing/2014/main" id="{E3632ECD-7293-6940-71FC-241A30495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b="80289"/>
          <a:stretch/>
        </p:blipFill>
        <p:spPr bwMode="auto">
          <a:xfrm>
            <a:off x="-14514" y="0"/>
            <a:ext cx="12221028" cy="95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B755CBA-C1EC-28CF-BB20-3545AE99B592}"/>
              </a:ext>
            </a:extLst>
          </p:cNvPr>
          <p:cNvSpPr/>
          <p:nvPr/>
        </p:nvSpPr>
        <p:spPr>
          <a:xfrm>
            <a:off x="-14513" y="0"/>
            <a:ext cx="12221028" cy="956312"/>
          </a:xfrm>
          <a:prstGeom prst="rect">
            <a:avLst/>
          </a:prstGeom>
          <a:solidFill>
            <a:srgbClr val="09293E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B44510-0956-0581-AF3F-6E8541293E59}"/>
              </a:ext>
            </a:extLst>
          </p:cNvPr>
          <p:cNvSpPr txBox="1"/>
          <p:nvPr/>
        </p:nvSpPr>
        <p:spPr>
          <a:xfrm>
            <a:off x="285522" y="-29676"/>
            <a:ext cx="486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Ⅲ</a:t>
            </a:r>
            <a:endParaRPr lang="ko-KR" altLang="en-US" sz="5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43299-5BFE-4BFB-9DBE-82B14A58E8DE}"/>
              </a:ext>
            </a:extLst>
          </p:cNvPr>
          <p:cNvSpPr txBox="1"/>
          <p:nvPr/>
        </p:nvSpPr>
        <p:spPr>
          <a:xfrm>
            <a:off x="875586" y="351149"/>
            <a:ext cx="690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나이스한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슬라이드의 제목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을 입력해주세요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9870B-FA17-6790-062B-7472D49B0028}"/>
              </a:ext>
            </a:extLst>
          </p:cNvPr>
          <p:cNvSpPr txBox="1"/>
          <p:nvPr/>
        </p:nvSpPr>
        <p:spPr>
          <a:xfrm>
            <a:off x="875584" y="185768"/>
            <a:ext cx="14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소제목입력 </a:t>
            </a:r>
            <a:r>
              <a:rPr lang="ko-KR" altLang="en-US" sz="1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레쓰고</a:t>
            </a:r>
            <a:endParaRPr lang="ko-KR" altLang="en-US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9A6512-BBB9-44AB-DF3A-094DD95CB2AE}"/>
              </a:ext>
            </a:extLst>
          </p:cNvPr>
          <p:cNvSpPr txBox="1"/>
          <p:nvPr/>
        </p:nvSpPr>
        <p:spPr>
          <a:xfrm>
            <a:off x="909006" y="1911540"/>
            <a:ext cx="275758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소제목을 입력해주시기 바랍니다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66D713-4B3F-C056-35D8-BA7891DF7960}"/>
              </a:ext>
            </a:extLst>
          </p:cNvPr>
          <p:cNvSpPr txBox="1"/>
          <p:nvPr/>
        </p:nvSpPr>
        <p:spPr>
          <a:xfrm>
            <a:off x="4708118" y="1911540"/>
            <a:ext cx="275758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소제목을 입력해주시기 바랍니다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F5EDF3C-348D-2291-806C-4C00A20C00E4}"/>
              </a:ext>
            </a:extLst>
          </p:cNvPr>
          <p:cNvGrpSpPr/>
          <p:nvPr/>
        </p:nvGrpSpPr>
        <p:grpSpPr>
          <a:xfrm>
            <a:off x="686330" y="2407411"/>
            <a:ext cx="10819342" cy="1783504"/>
            <a:chOff x="686330" y="2384797"/>
            <a:chExt cx="10819342" cy="1783504"/>
          </a:xfrm>
        </p:grpSpPr>
        <p:pic>
          <p:nvPicPr>
            <p:cNvPr id="5124" name="Picture 4" descr="Architecture, Buildings, City, Skyscrapers">
              <a:extLst>
                <a:ext uri="{FF2B5EF4-FFF2-40B4-BE49-F238E27FC236}">
                  <a16:creationId xmlns:a16="http://schemas.microsoft.com/office/drawing/2014/main" id="{AE698563-3C63-A1B3-A50E-6CB8601844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344"/>
            <a:stretch/>
          </p:blipFill>
          <p:spPr bwMode="auto">
            <a:xfrm>
              <a:off x="4485442" y="2384797"/>
              <a:ext cx="3202939" cy="1783504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2" name="Picture 2" descr="Architecture, Building, Business, City, Cityscape">
              <a:extLst>
                <a:ext uri="{FF2B5EF4-FFF2-40B4-BE49-F238E27FC236}">
                  <a16:creationId xmlns:a16="http://schemas.microsoft.com/office/drawing/2014/main" id="{9885484F-A7C8-3488-5B08-63D44CD30D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75"/>
            <a:stretch/>
          </p:blipFill>
          <p:spPr bwMode="auto">
            <a:xfrm>
              <a:off x="686330" y="2384797"/>
              <a:ext cx="3202939" cy="1783504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2" descr="Architecture, Building, Business, City, Cityscape">
              <a:extLst>
                <a:ext uri="{FF2B5EF4-FFF2-40B4-BE49-F238E27FC236}">
                  <a16:creationId xmlns:a16="http://schemas.microsoft.com/office/drawing/2014/main" id="{212AA2E5-0E58-2940-C76E-BF76C1E445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75"/>
            <a:stretch/>
          </p:blipFill>
          <p:spPr bwMode="auto">
            <a:xfrm>
              <a:off x="8302733" y="2384797"/>
              <a:ext cx="3202939" cy="1783504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E68A906-D0F8-8325-6A53-DC38504E115D}"/>
              </a:ext>
            </a:extLst>
          </p:cNvPr>
          <p:cNvGrpSpPr/>
          <p:nvPr/>
        </p:nvGrpSpPr>
        <p:grpSpPr>
          <a:xfrm>
            <a:off x="686330" y="4296269"/>
            <a:ext cx="10819342" cy="2099339"/>
            <a:chOff x="686330" y="4168301"/>
            <a:chExt cx="10819342" cy="2099339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6081BFB-E9E0-F554-DA0F-B56498F627DD}"/>
                </a:ext>
              </a:extLst>
            </p:cNvPr>
            <p:cNvSpPr/>
            <p:nvPr/>
          </p:nvSpPr>
          <p:spPr>
            <a:xfrm>
              <a:off x="686330" y="4168301"/>
              <a:ext cx="3202939" cy="2099339"/>
            </a:xfrm>
            <a:prstGeom prst="rect">
              <a:avLst/>
            </a:prstGeom>
            <a:solidFill>
              <a:srgbClr val="E6E6E6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973C69-BB96-CCBC-6989-7E5DE61AAFC4}"/>
                </a:ext>
              </a:extLst>
            </p:cNvPr>
            <p:cNvSpPr txBox="1"/>
            <p:nvPr/>
          </p:nvSpPr>
          <p:spPr>
            <a:xfrm>
              <a:off x="776156" y="4390058"/>
              <a:ext cx="3041464" cy="49725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4400">
                  <a:ln w="3175">
                    <a:noFill/>
                  </a:ln>
                  <a:latin typeface="배달의민족 도현" panose="020B0600000101010101" pitchFamily="50" charset="-127"/>
                  <a:ea typeface="배달의민족 도현" panose="020B0600000101010101" pitchFamily="50" charset="-127"/>
                </a:defRPr>
              </a:lvl1pPr>
            </a:lstStyle>
            <a:p>
              <a:pPr marL="171450" indent="-171450" algn="l">
                <a:lnSpc>
                  <a:spcPct val="13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이렇게 넣으면 괜히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있어보이는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느낌도 나고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정리되어보이는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느낌나고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아주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나이스지</a:t>
              </a:r>
              <a:r>
                <a:rPr lang="en-US" altLang="ko-KR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??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60377A8-57AE-DEE5-6603-5A65FBA392D8}"/>
                </a:ext>
              </a:extLst>
            </p:cNvPr>
            <p:cNvSpPr txBox="1"/>
            <p:nvPr/>
          </p:nvSpPr>
          <p:spPr>
            <a:xfrm>
              <a:off x="776156" y="4942114"/>
              <a:ext cx="3041464" cy="49725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4400">
                  <a:ln w="3175">
                    <a:noFill/>
                  </a:ln>
                  <a:latin typeface="배달의민족 도현" panose="020B0600000101010101" pitchFamily="50" charset="-127"/>
                  <a:ea typeface="배달의민족 도현" panose="020B0600000101010101" pitchFamily="50" charset="-127"/>
                </a:defRPr>
              </a:lvl1pPr>
            </a:lstStyle>
            <a:p>
              <a:pPr marL="171450" indent="-171450" algn="l">
                <a:lnSpc>
                  <a:spcPct val="13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이렇게 넣으면 괜히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있어보이는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느낌도 나고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정리되어보이는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느낌나고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아주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나이스지</a:t>
              </a:r>
              <a:r>
                <a:rPr lang="en-US" altLang="ko-KR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??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C8AD530-432A-B5AB-8023-A56DDE6E9BFA}"/>
                </a:ext>
              </a:extLst>
            </p:cNvPr>
            <p:cNvSpPr txBox="1"/>
            <p:nvPr/>
          </p:nvSpPr>
          <p:spPr>
            <a:xfrm>
              <a:off x="776156" y="5494171"/>
              <a:ext cx="3041464" cy="49725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4400">
                  <a:ln w="3175">
                    <a:noFill/>
                  </a:ln>
                  <a:latin typeface="배달의민족 도현" panose="020B0600000101010101" pitchFamily="50" charset="-127"/>
                  <a:ea typeface="배달의민족 도현" panose="020B0600000101010101" pitchFamily="50" charset="-127"/>
                </a:defRPr>
              </a:lvl1pPr>
            </a:lstStyle>
            <a:p>
              <a:pPr marL="171450" indent="-171450" algn="l">
                <a:lnSpc>
                  <a:spcPct val="13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이렇게 넣으면 괜히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있어보이는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느낌도 나고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정리되어보이는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느낌나고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아주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나이스지</a:t>
              </a:r>
              <a:r>
                <a:rPr lang="en-US" altLang="ko-KR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??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50E3C61-D6ED-D4EC-D46B-A374072FC5B5}"/>
                </a:ext>
              </a:extLst>
            </p:cNvPr>
            <p:cNvSpPr/>
            <p:nvPr/>
          </p:nvSpPr>
          <p:spPr>
            <a:xfrm>
              <a:off x="4485442" y="4168301"/>
              <a:ext cx="3202939" cy="2099339"/>
            </a:xfrm>
            <a:prstGeom prst="rect">
              <a:avLst/>
            </a:prstGeom>
            <a:solidFill>
              <a:srgbClr val="E6E6E6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BEC0F8A-F5E9-92FC-3FA7-B0D9BDCDCF19}"/>
                </a:ext>
              </a:extLst>
            </p:cNvPr>
            <p:cNvSpPr txBox="1"/>
            <p:nvPr/>
          </p:nvSpPr>
          <p:spPr>
            <a:xfrm>
              <a:off x="4575268" y="4390058"/>
              <a:ext cx="3041464" cy="49725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4400">
                  <a:ln w="3175">
                    <a:noFill/>
                  </a:ln>
                  <a:latin typeface="배달의민족 도현" panose="020B0600000101010101" pitchFamily="50" charset="-127"/>
                  <a:ea typeface="배달의민족 도현" panose="020B0600000101010101" pitchFamily="50" charset="-127"/>
                </a:defRPr>
              </a:lvl1pPr>
            </a:lstStyle>
            <a:p>
              <a:pPr marL="171450" indent="-171450" algn="l">
                <a:lnSpc>
                  <a:spcPct val="13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이렇게 넣으면 괜히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있어보이는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느낌도 나고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정리되어보이는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느낌나고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아주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나이스지</a:t>
              </a:r>
              <a:r>
                <a:rPr lang="en-US" altLang="ko-KR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??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1DE4164-AE10-5025-B680-E69F8DFF0689}"/>
                </a:ext>
              </a:extLst>
            </p:cNvPr>
            <p:cNvSpPr txBox="1"/>
            <p:nvPr/>
          </p:nvSpPr>
          <p:spPr>
            <a:xfrm>
              <a:off x="4575268" y="4942114"/>
              <a:ext cx="3041464" cy="49725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4400">
                  <a:ln w="3175">
                    <a:noFill/>
                  </a:ln>
                  <a:latin typeface="배달의민족 도현" panose="020B0600000101010101" pitchFamily="50" charset="-127"/>
                  <a:ea typeface="배달의민족 도현" panose="020B0600000101010101" pitchFamily="50" charset="-127"/>
                </a:defRPr>
              </a:lvl1pPr>
            </a:lstStyle>
            <a:p>
              <a:pPr marL="171450" indent="-171450" algn="l">
                <a:lnSpc>
                  <a:spcPct val="13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이렇게 넣으면 괜히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있어보이는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느낌도 나고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정리되어보이는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느낌나고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아주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나이스지</a:t>
              </a:r>
              <a:r>
                <a:rPr lang="en-US" altLang="ko-KR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??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B725BEA-591D-005E-8B0D-B9CDDA2F52F2}"/>
                </a:ext>
              </a:extLst>
            </p:cNvPr>
            <p:cNvSpPr txBox="1"/>
            <p:nvPr/>
          </p:nvSpPr>
          <p:spPr>
            <a:xfrm>
              <a:off x="4575268" y="5494171"/>
              <a:ext cx="3041464" cy="49725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4400">
                  <a:ln w="3175">
                    <a:noFill/>
                  </a:ln>
                  <a:latin typeface="배달의민족 도현" panose="020B0600000101010101" pitchFamily="50" charset="-127"/>
                  <a:ea typeface="배달의민족 도현" panose="020B0600000101010101" pitchFamily="50" charset="-127"/>
                </a:defRPr>
              </a:lvl1pPr>
            </a:lstStyle>
            <a:p>
              <a:pPr marL="171450" indent="-171450" algn="l">
                <a:lnSpc>
                  <a:spcPct val="13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이렇게 넣으면 괜히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있어보이는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느낌도 나고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정리되어보이는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느낌나고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아주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나이스지</a:t>
              </a:r>
              <a:r>
                <a:rPr lang="en-US" altLang="ko-KR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??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992F26DB-D15B-4103-F005-FD80291E10BF}"/>
                </a:ext>
              </a:extLst>
            </p:cNvPr>
            <p:cNvSpPr/>
            <p:nvPr/>
          </p:nvSpPr>
          <p:spPr>
            <a:xfrm>
              <a:off x="8302733" y="4168301"/>
              <a:ext cx="3202939" cy="2099339"/>
            </a:xfrm>
            <a:prstGeom prst="rect">
              <a:avLst/>
            </a:prstGeom>
            <a:solidFill>
              <a:srgbClr val="E6E6E6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C2E2D66-3DA5-4A9E-69CC-B6E19E74A087}"/>
                </a:ext>
              </a:extLst>
            </p:cNvPr>
            <p:cNvSpPr txBox="1"/>
            <p:nvPr/>
          </p:nvSpPr>
          <p:spPr>
            <a:xfrm>
              <a:off x="8392559" y="4390058"/>
              <a:ext cx="3041464" cy="49725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4400">
                  <a:ln w="3175">
                    <a:noFill/>
                  </a:ln>
                  <a:latin typeface="배달의민족 도현" panose="020B0600000101010101" pitchFamily="50" charset="-127"/>
                  <a:ea typeface="배달의민족 도현" panose="020B0600000101010101" pitchFamily="50" charset="-127"/>
                </a:defRPr>
              </a:lvl1pPr>
            </a:lstStyle>
            <a:p>
              <a:pPr marL="171450" indent="-171450" algn="l">
                <a:lnSpc>
                  <a:spcPct val="13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이렇게 넣으면 괜히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있어보이는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느낌도 나고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정리되어보이는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느낌나고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아주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나이스지</a:t>
              </a:r>
              <a:r>
                <a:rPr lang="en-US" altLang="ko-KR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??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90133BB-C6F6-3952-E239-A6075A0410FD}"/>
                </a:ext>
              </a:extLst>
            </p:cNvPr>
            <p:cNvSpPr txBox="1"/>
            <p:nvPr/>
          </p:nvSpPr>
          <p:spPr>
            <a:xfrm>
              <a:off x="8392559" y="4942114"/>
              <a:ext cx="3041464" cy="49725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4400">
                  <a:ln w="3175">
                    <a:noFill/>
                  </a:ln>
                  <a:latin typeface="배달의민족 도현" panose="020B0600000101010101" pitchFamily="50" charset="-127"/>
                  <a:ea typeface="배달의민족 도현" panose="020B0600000101010101" pitchFamily="50" charset="-127"/>
                </a:defRPr>
              </a:lvl1pPr>
            </a:lstStyle>
            <a:p>
              <a:pPr marL="171450" indent="-171450" algn="l">
                <a:lnSpc>
                  <a:spcPct val="13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이렇게 넣으면 괜히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있어보이는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느낌도 나고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정리되어보이는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느낌나고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아주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나이스지</a:t>
              </a:r>
              <a:r>
                <a:rPr lang="en-US" altLang="ko-KR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??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D389097-81C7-18F0-D7B0-5674CB61234B}"/>
                </a:ext>
              </a:extLst>
            </p:cNvPr>
            <p:cNvSpPr txBox="1"/>
            <p:nvPr/>
          </p:nvSpPr>
          <p:spPr>
            <a:xfrm>
              <a:off x="8392559" y="5494171"/>
              <a:ext cx="3041464" cy="49725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4400">
                  <a:ln w="3175">
                    <a:noFill/>
                  </a:ln>
                  <a:latin typeface="배달의민족 도현" panose="020B0600000101010101" pitchFamily="50" charset="-127"/>
                  <a:ea typeface="배달의민족 도현" panose="020B0600000101010101" pitchFamily="50" charset="-127"/>
                </a:defRPr>
              </a:lvl1pPr>
            </a:lstStyle>
            <a:p>
              <a:pPr marL="171450" indent="-171450" algn="l">
                <a:lnSpc>
                  <a:spcPct val="13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이렇게 넣으면 괜히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있어보이는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느낌도 나고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정리되어보이는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느낌나고</a:t>
              </a:r>
              <a:r>
                <a:rPr lang="ko-KR" altLang="en-US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아주 </a:t>
              </a:r>
              <a:r>
                <a:rPr lang="ko-KR" altLang="en-US" sz="1050" dirty="0" err="1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나이스지</a:t>
              </a:r>
              <a:r>
                <a:rPr lang="en-US" altLang="ko-KR" sz="1050" dirty="0">
                  <a:ln w="317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??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0A7F3F24-BAC2-F5A9-9B7E-5C50CFA783AA}"/>
              </a:ext>
            </a:extLst>
          </p:cNvPr>
          <p:cNvSpPr txBox="1"/>
          <p:nvPr/>
        </p:nvSpPr>
        <p:spPr>
          <a:xfrm>
            <a:off x="8525409" y="1911540"/>
            <a:ext cx="275758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소제목을 입력해주시기 바랍니다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8E2D87-71D1-EBBF-0E6E-EDEE8C01CED3}"/>
              </a:ext>
            </a:extLst>
          </p:cNvPr>
          <p:cNvSpPr txBox="1"/>
          <p:nvPr/>
        </p:nvSpPr>
        <p:spPr>
          <a:xfrm>
            <a:off x="409575" y="1287747"/>
            <a:ext cx="323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2539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r>
              <a:rPr lang="en-US" altLang="ko-KR" dirty="0">
                <a:solidFill>
                  <a:srgbClr val="0D2C3F"/>
                </a:solidFill>
              </a:rPr>
              <a:t>1) </a:t>
            </a:r>
            <a:r>
              <a:rPr lang="ko-KR" altLang="en-US" dirty="0">
                <a:solidFill>
                  <a:srgbClr val="0D2C3F"/>
                </a:solidFill>
              </a:rPr>
              <a:t>소제목을 입력해주시기 바랍니다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DEE8F7-349E-7C15-8E05-1A7DF0B08680}"/>
              </a:ext>
            </a:extLst>
          </p:cNvPr>
          <p:cNvSpPr txBox="1"/>
          <p:nvPr/>
        </p:nvSpPr>
        <p:spPr>
          <a:xfrm>
            <a:off x="491761" y="1175301"/>
            <a:ext cx="14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소제목입력 </a:t>
            </a:r>
            <a:r>
              <a:rPr lang="ko-KR" altLang="en-US" sz="1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레쓰고</a:t>
            </a:r>
            <a:endParaRPr lang="ko-KR" altLang="en-US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1FF5C9-520D-8C94-27F4-02F30659165F}"/>
              </a:ext>
            </a:extLst>
          </p:cNvPr>
          <p:cNvSpPr txBox="1"/>
          <p:nvPr/>
        </p:nvSpPr>
        <p:spPr>
          <a:xfrm>
            <a:off x="7324627" y="551204"/>
            <a:ext cx="458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Coporation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Of PPT Hunter Template Legend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2588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rm's-eye-view of white concrete building">
            <a:extLst>
              <a:ext uri="{FF2B5EF4-FFF2-40B4-BE49-F238E27FC236}">
                <a16:creationId xmlns:a16="http://schemas.microsoft.com/office/drawing/2014/main" id="{E3632ECD-7293-6940-71FC-241A30495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b="80289"/>
          <a:stretch/>
        </p:blipFill>
        <p:spPr bwMode="auto">
          <a:xfrm>
            <a:off x="-14514" y="0"/>
            <a:ext cx="12221028" cy="95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B755CBA-C1EC-28CF-BB20-3545AE99B592}"/>
              </a:ext>
            </a:extLst>
          </p:cNvPr>
          <p:cNvSpPr/>
          <p:nvPr/>
        </p:nvSpPr>
        <p:spPr>
          <a:xfrm>
            <a:off x="-14513" y="0"/>
            <a:ext cx="12221028" cy="956312"/>
          </a:xfrm>
          <a:prstGeom prst="rect">
            <a:avLst/>
          </a:prstGeom>
          <a:solidFill>
            <a:srgbClr val="09293E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B44510-0956-0581-AF3F-6E8541293E59}"/>
              </a:ext>
            </a:extLst>
          </p:cNvPr>
          <p:cNvSpPr txBox="1"/>
          <p:nvPr/>
        </p:nvSpPr>
        <p:spPr>
          <a:xfrm>
            <a:off x="285522" y="-29676"/>
            <a:ext cx="486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Ⅲ</a:t>
            </a:r>
            <a:endParaRPr lang="ko-KR" altLang="en-US" sz="5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43299-5BFE-4BFB-9DBE-82B14A58E8DE}"/>
              </a:ext>
            </a:extLst>
          </p:cNvPr>
          <p:cNvSpPr txBox="1"/>
          <p:nvPr/>
        </p:nvSpPr>
        <p:spPr>
          <a:xfrm>
            <a:off x="875586" y="351149"/>
            <a:ext cx="690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나이스한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슬라이드의 제목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을 입력해주세요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9870B-FA17-6790-062B-7472D49B0028}"/>
              </a:ext>
            </a:extLst>
          </p:cNvPr>
          <p:cNvSpPr txBox="1"/>
          <p:nvPr/>
        </p:nvSpPr>
        <p:spPr>
          <a:xfrm>
            <a:off x="875584" y="185768"/>
            <a:ext cx="14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소제목입력 </a:t>
            </a:r>
            <a:r>
              <a:rPr lang="ko-KR" altLang="en-US" sz="1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레쓰고</a:t>
            </a:r>
            <a:endParaRPr lang="ko-KR" altLang="en-US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ECE25F-FBCA-CCA2-104F-124D4BC22BF6}"/>
              </a:ext>
            </a:extLst>
          </p:cNvPr>
          <p:cNvSpPr txBox="1"/>
          <p:nvPr/>
        </p:nvSpPr>
        <p:spPr>
          <a:xfrm>
            <a:off x="409575" y="1287747"/>
            <a:ext cx="323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2539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r>
              <a:rPr lang="en-US" altLang="ko-KR" dirty="0">
                <a:solidFill>
                  <a:srgbClr val="0D2C3F"/>
                </a:solidFill>
              </a:rPr>
              <a:t>1) </a:t>
            </a:r>
            <a:r>
              <a:rPr lang="ko-KR" altLang="en-US" dirty="0">
                <a:solidFill>
                  <a:srgbClr val="0D2C3F"/>
                </a:solidFill>
              </a:rPr>
              <a:t>소제목을 입력해주시기 바랍니다</a:t>
            </a: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DA3D37FC-FB20-35B6-651B-F56CD0E366DF}"/>
              </a:ext>
            </a:extLst>
          </p:cNvPr>
          <p:cNvSpPr/>
          <p:nvPr/>
        </p:nvSpPr>
        <p:spPr>
          <a:xfrm>
            <a:off x="542151" y="1828800"/>
            <a:ext cx="2376471" cy="956312"/>
          </a:xfrm>
          <a:prstGeom prst="homePlate">
            <a:avLst/>
          </a:prstGeom>
          <a:solidFill>
            <a:srgbClr val="0E2C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44C899-55FC-4920-3779-BA6E627C05AC}"/>
              </a:ext>
            </a:extLst>
          </p:cNvPr>
          <p:cNvSpPr/>
          <p:nvPr/>
        </p:nvSpPr>
        <p:spPr>
          <a:xfrm>
            <a:off x="542151" y="1827941"/>
            <a:ext cx="261201" cy="26120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  <a:endParaRPr lang="ko-KR" altLang="en-US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1ACA92-927A-64EF-5F6A-C2B5AD212484}"/>
              </a:ext>
            </a:extLst>
          </p:cNvPr>
          <p:cNvSpPr txBox="1"/>
          <p:nvPr/>
        </p:nvSpPr>
        <p:spPr>
          <a:xfrm>
            <a:off x="907048" y="1983402"/>
            <a:ext cx="1839776" cy="632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ko-KR" altLang="en-US" sz="14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사냥꾼 프로젝트</a:t>
            </a:r>
            <a:endParaRPr lang="en-US" altLang="ko-KR" sz="140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>
              <a:lnSpc>
                <a:spcPct val="130000"/>
              </a:lnSpc>
            </a:pPr>
            <a:r>
              <a:rPr lang="en-US" altLang="ko-KR" sz="14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Kick-Off</a:t>
            </a: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94A52E8F-5C1A-45E9-97AB-E7941E5776CE}"/>
              </a:ext>
            </a:extLst>
          </p:cNvPr>
          <p:cNvSpPr/>
          <p:nvPr/>
        </p:nvSpPr>
        <p:spPr>
          <a:xfrm>
            <a:off x="3452560" y="1828800"/>
            <a:ext cx="2376471" cy="956312"/>
          </a:xfrm>
          <a:prstGeom prst="homePlat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EC28ABE-8939-FECC-77FD-E1A078969F27}"/>
              </a:ext>
            </a:extLst>
          </p:cNvPr>
          <p:cNvSpPr/>
          <p:nvPr/>
        </p:nvSpPr>
        <p:spPr>
          <a:xfrm>
            <a:off x="3452559" y="1827941"/>
            <a:ext cx="261201" cy="261201"/>
          </a:xfrm>
          <a:prstGeom prst="rect">
            <a:avLst/>
          </a:prstGeom>
          <a:solidFill>
            <a:srgbClr val="0E2C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</a:t>
            </a:r>
            <a:endParaRPr lang="ko-KR" altLang="en-US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DCBC8A-D8C7-4D26-B16A-512E3B675BE7}"/>
              </a:ext>
            </a:extLst>
          </p:cNvPr>
          <p:cNvSpPr txBox="1"/>
          <p:nvPr/>
        </p:nvSpPr>
        <p:spPr>
          <a:xfrm>
            <a:off x="3827655" y="1983402"/>
            <a:ext cx="1839776" cy="632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ko-KR" altLang="en-US" sz="1400">
                <a:ln w="3175"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나이스한 내용입력</a:t>
            </a:r>
            <a:endParaRPr lang="en-US" altLang="ko-KR" sz="1400">
              <a:ln w="3175">
                <a:solidFill>
                  <a:schemeClr val="accent1">
                    <a:alpha val="0"/>
                  </a:schemeClr>
                </a:solidFill>
              </a:ln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>
              <a:lnSpc>
                <a:spcPct val="130000"/>
              </a:lnSpc>
            </a:pPr>
            <a:r>
              <a:rPr lang="ko-KR" altLang="en-US" sz="1400">
                <a:ln w="3175"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한사바리 입력</a:t>
            </a:r>
            <a:endParaRPr lang="en-US" altLang="ko-KR" sz="1400" dirty="0">
              <a:ln w="3175">
                <a:solidFill>
                  <a:schemeClr val="accent1">
                    <a:alpha val="0"/>
                  </a:schemeClr>
                </a:solidFill>
              </a:ln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화살표: 오각형 11">
            <a:extLst>
              <a:ext uri="{FF2B5EF4-FFF2-40B4-BE49-F238E27FC236}">
                <a16:creationId xmlns:a16="http://schemas.microsoft.com/office/drawing/2014/main" id="{76CA0033-4E85-29A0-8D3B-4248CFD3B08D}"/>
              </a:ext>
            </a:extLst>
          </p:cNvPr>
          <p:cNvSpPr/>
          <p:nvPr/>
        </p:nvSpPr>
        <p:spPr>
          <a:xfrm>
            <a:off x="6362970" y="1828800"/>
            <a:ext cx="2376471" cy="956312"/>
          </a:xfrm>
          <a:prstGeom prst="homePlate">
            <a:avLst/>
          </a:prstGeom>
          <a:solidFill>
            <a:srgbClr val="0E2C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3FC8E2C-B265-EB21-C24A-9F2C56F0C95F}"/>
              </a:ext>
            </a:extLst>
          </p:cNvPr>
          <p:cNvSpPr/>
          <p:nvPr/>
        </p:nvSpPr>
        <p:spPr>
          <a:xfrm>
            <a:off x="6362968" y="1827941"/>
            <a:ext cx="261201" cy="26120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</a:t>
            </a:r>
            <a:endParaRPr lang="ko-KR" altLang="en-US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56E244-3F7F-20C3-8A91-554833BA08E6}"/>
              </a:ext>
            </a:extLst>
          </p:cNvPr>
          <p:cNvSpPr txBox="1"/>
          <p:nvPr/>
        </p:nvSpPr>
        <p:spPr>
          <a:xfrm>
            <a:off x="6727864" y="1983402"/>
            <a:ext cx="1939304" cy="632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ko-KR" altLang="en-US" sz="140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사냥꾼 프로젝트</a:t>
            </a:r>
            <a:endParaRPr lang="en-US" altLang="ko-KR" sz="140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>
              <a:lnSpc>
                <a:spcPct val="130000"/>
              </a:lnSpc>
            </a:pPr>
            <a:r>
              <a:rPr lang="en-US" altLang="ko-KR" sz="140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Kick-Off</a:t>
            </a:r>
            <a:endParaRPr lang="en-US" altLang="ko-KR" sz="140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화살표: 오각형 12">
            <a:extLst>
              <a:ext uri="{FF2B5EF4-FFF2-40B4-BE49-F238E27FC236}">
                <a16:creationId xmlns:a16="http://schemas.microsoft.com/office/drawing/2014/main" id="{EA2779DF-9DA9-196B-C7B6-4BF974B4CA5F}"/>
              </a:ext>
            </a:extLst>
          </p:cNvPr>
          <p:cNvSpPr/>
          <p:nvPr/>
        </p:nvSpPr>
        <p:spPr>
          <a:xfrm>
            <a:off x="9273379" y="1828800"/>
            <a:ext cx="2376471" cy="956312"/>
          </a:xfrm>
          <a:prstGeom prst="homePlat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021427-63EF-79DA-D5C6-8B4EDAF5BC3E}"/>
              </a:ext>
            </a:extLst>
          </p:cNvPr>
          <p:cNvSpPr/>
          <p:nvPr/>
        </p:nvSpPr>
        <p:spPr>
          <a:xfrm>
            <a:off x="9273377" y="1827941"/>
            <a:ext cx="261201" cy="261201"/>
          </a:xfrm>
          <a:prstGeom prst="rect">
            <a:avLst/>
          </a:prstGeom>
          <a:solidFill>
            <a:srgbClr val="0E2C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</a:t>
            </a:r>
            <a:endParaRPr lang="ko-KR" altLang="en-US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6DD1D1-E369-AD0B-CC3B-A4F8C695E9DF}"/>
              </a:ext>
            </a:extLst>
          </p:cNvPr>
          <p:cNvSpPr txBox="1"/>
          <p:nvPr/>
        </p:nvSpPr>
        <p:spPr>
          <a:xfrm>
            <a:off x="9648472" y="1983402"/>
            <a:ext cx="1839776" cy="632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ko-KR" altLang="en-US" sz="1400">
                <a:ln w="3175"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나이스한 내용입력</a:t>
            </a:r>
            <a:endParaRPr lang="en-US" altLang="ko-KR" sz="1400">
              <a:ln w="3175">
                <a:solidFill>
                  <a:schemeClr val="accent1">
                    <a:alpha val="0"/>
                  </a:schemeClr>
                </a:solidFill>
              </a:ln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>
              <a:lnSpc>
                <a:spcPct val="130000"/>
              </a:lnSpc>
            </a:pPr>
            <a:r>
              <a:rPr lang="ko-KR" altLang="en-US" sz="1400">
                <a:ln w="3175">
                  <a:solidFill>
                    <a:schemeClr val="accent1">
                      <a:alpha val="0"/>
                    </a:schemeClr>
                  </a:solidFill>
                </a:ln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한사바리 입력</a:t>
            </a:r>
            <a:endParaRPr lang="en-US" altLang="ko-KR" sz="1400" dirty="0">
              <a:ln w="3175">
                <a:solidFill>
                  <a:schemeClr val="accent1">
                    <a:alpha val="0"/>
                  </a:schemeClr>
                </a:solidFill>
              </a:ln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1A0A36-9060-8823-6138-9960A5BE9330}"/>
              </a:ext>
            </a:extLst>
          </p:cNvPr>
          <p:cNvSpPr txBox="1"/>
          <p:nvPr/>
        </p:nvSpPr>
        <p:spPr>
          <a:xfrm>
            <a:off x="544237" y="2950290"/>
            <a:ext cx="2374386" cy="1099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37784B-FBE3-C988-EF6C-6BC494DE0030}"/>
              </a:ext>
            </a:extLst>
          </p:cNvPr>
          <p:cNvSpPr txBox="1"/>
          <p:nvPr/>
        </p:nvSpPr>
        <p:spPr>
          <a:xfrm>
            <a:off x="3452560" y="2950290"/>
            <a:ext cx="2374386" cy="1099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32A5D8-4211-A49C-FC39-3639826DB8DA}"/>
              </a:ext>
            </a:extLst>
          </p:cNvPr>
          <p:cNvSpPr txBox="1"/>
          <p:nvPr/>
        </p:nvSpPr>
        <p:spPr>
          <a:xfrm>
            <a:off x="6360882" y="2950290"/>
            <a:ext cx="2374387" cy="1099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altLang="ko-KR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6</a:t>
            </a: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F63A1E-F920-3985-A9BB-5BCF954C2A67}"/>
              </a:ext>
            </a:extLst>
          </p:cNvPr>
          <p:cNvSpPr txBox="1"/>
          <p:nvPr/>
        </p:nvSpPr>
        <p:spPr>
          <a:xfrm>
            <a:off x="9267086" y="2950290"/>
            <a:ext cx="2382764" cy="1099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나이스한 내용입력 한사바리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EC64B3B7-6B5F-8ACE-FF5C-54AF244072DB}"/>
              </a:ext>
            </a:extLst>
          </p:cNvPr>
          <p:cNvSpPr/>
          <p:nvPr/>
        </p:nvSpPr>
        <p:spPr>
          <a:xfrm rot="10800000">
            <a:off x="1552188" y="4296808"/>
            <a:ext cx="8960068" cy="393910"/>
          </a:xfrm>
          <a:prstGeom prst="triangle">
            <a:avLst/>
          </a:prstGeom>
          <a:gradFill>
            <a:gsLst>
              <a:gs pos="98000">
                <a:schemeClr val="bg1"/>
              </a:gs>
              <a:gs pos="0">
                <a:srgbClr val="0E2C3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320964F-F2DD-A8CF-10A0-13066A4B39C9}"/>
              </a:ext>
            </a:extLst>
          </p:cNvPr>
          <p:cNvSpPr/>
          <p:nvPr/>
        </p:nvSpPr>
        <p:spPr>
          <a:xfrm>
            <a:off x="542151" y="4938090"/>
            <a:ext cx="2020074" cy="1264326"/>
          </a:xfrm>
          <a:prstGeom prst="rect">
            <a:avLst/>
          </a:prstGeom>
          <a:solidFill>
            <a:srgbClr val="0E2C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F5CC506-E13F-304F-0918-B971BA7AF15C}"/>
              </a:ext>
            </a:extLst>
          </p:cNvPr>
          <p:cNvSpPr/>
          <p:nvPr/>
        </p:nvSpPr>
        <p:spPr>
          <a:xfrm>
            <a:off x="2562225" y="4938090"/>
            <a:ext cx="9087624" cy="126432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53EC79-4E7F-F698-141F-4C5AB9C3EB8E}"/>
              </a:ext>
            </a:extLst>
          </p:cNvPr>
          <p:cNvSpPr txBox="1"/>
          <p:nvPr/>
        </p:nvSpPr>
        <p:spPr>
          <a:xfrm>
            <a:off x="542151" y="5177036"/>
            <a:ext cx="2020074" cy="786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8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Check</a:t>
            </a:r>
          </a:p>
          <a:p>
            <a:pPr>
              <a:lnSpc>
                <a:spcPct val="130000"/>
              </a:lnSpc>
            </a:pPr>
            <a:r>
              <a:rPr lang="en-US" altLang="ko-KR" sz="18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Point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CE5CEF-3F4B-D943-E5B9-9B38F8DDB8F2}"/>
              </a:ext>
            </a:extLst>
          </p:cNvPr>
          <p:cNvSpPr txBox="1"/>
          <p:nvPr/>
        </p:nvSpPr>
        <p:spPr>
          <a:xfrm>
            <a:off x="2746824" y="5007627"/>
            <a:ext cx="8741424" cy="1099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 marL="228600" indent="-228600" algn="l">
              <a:lnSpc>
                <a:spcPct val="190000"/>
              </a:lnSpc>
              <a:buFont typeface="+mj-ea"/>
              <a:buAutoNum type="circleNumDbPlain"/>
            </a:pP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형들 </a:t>
            </a: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사실 체크 </a:t>
            </a:r>
            <a:r>
              <a:rPr lang="ko-KR" altLang="en-US" sz="120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안할건데</a:t>
            </a: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위에 내용만 적으면 아래쪽은 </a:t>
            </a:r>
            <a:r>
              <a:rPr lang="ko-KR" altLang="en-US" sz="120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비어있고</a:t>
            </a: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체크포인트라고 제목 </a:t>
            </a:r>
            <a:r>
              <a:rPr lang="ko-KR" altLang="en-US" sz="120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적어두면</a:t>
            </a: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체크하는 </a:t>
            </a:r>
            <a:r>
              <a:rPr lang="ko-KR" altLang="en-US" sz="120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척하는것</a:t>
            </a: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같으니까 </a:t>
            </a:r>
            <a:r>
              <a:rPr lang="ko-KR" altLang="en-US" sz="120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적은거야</a:t>
            </a:r>
            <a:endParaRPr lang="en-US" altLang="ko-KR" sz="120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28600" indent="-228600" algn="l">
              <a:lnSpc>
                <a:spcPct val="190000"/>
              </a:lnSpc>
              <a:buFont typeface="+mj-ea"/>
              <a:buAutoNum type="circleNumDbPlain"/>
            </a:pP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형들도 자료 만들고나서 </a:t>
            </a:r>
            <a:r>
              <a:rPr lang="ko-KR" altLang="en-US" sz="120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하는일</a:t>
            </a: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바빠서 체크 </a:t>
            </a:r>
            <a:r>
              <a:rPr lang="ko-KR" altLang="en-US" sz="120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안할꺼잖아</a:t>
            </a: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20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ㅋㅋㅋ</a:t>
            </a: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근데 보고자료 </a:t>
            </a:r>
            <a:r>
              <a:rPr lang="ko-KR" altLang="en-US" sz="120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만들때는</a:t>
            </a: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그냥 해주는 척하자고</a:t>
            </a:r>
            <a:endParaRPr lang="en-US" altLang="ko-KR" sz="120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28600" indent="-228600" algn="l">
              <a:lnSpc>
                <a:spcPct val="190000"/>
              </a:lnSpc>
              <a:buFont typeface="+mj-ea"/>
              <a:buAutoNum type="circleNumDbPlain"/>
            </a:pP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괜히 글도 저기 오른쪽 끝까지 할말 없어도 </a:t>
            </a: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중간이상까지는 채워주는 척</a:t>
            </a: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해줘야 보스들이 </a:t>
            </a:r>
            <a:r>
              <a:rPr lang="ko-KR" altLang="en-US" sz="120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좋아하는거</a:t>
            </a:r>
            <a:r>
              <a:rPr lang="ko-KR" altLang="en-US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20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인정하는부분</a:t>
            </a:r>
            <a:r>
              <a:rPr lang="en-US" altLang="ko-KR" sz="12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DBA1F-C614-24C7-5C8B-0A7661D90924}"/>
              </a:ext>
            </a:extLst>
          </p:cNvPr>
          <p:cNvSpPr txBox="1"/>
          <p:nvPr/>
        </p:nvSpPr>
        <p:spPr>
          <a:xfrm>
            <a:off x="7324627" y="551204"/>
            <a:ext cx="458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Coporation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Of PPT Hunter Template Legend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5496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rm's-eye-view of white concrete building">
            <a:extLst>
              <a:ext uri="{FF2B5EF4-FFF2-40B4-BE49-F238E27FC236}">
                <a16:creationId xmlns:a16="http://schemas.microsoft.com/office/drawing/2014/main" id="{E3632ECD-7293-6940-71FC-241A30495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b="80289"/>
          <a:stretch/>
        </p:blipFill>
        <p:spPr bwMode="auto">
          <a:xfrm>
            <a:off x="-14514" y="0"/>
            <a:ext cx="12221028" cy="95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B755CBA-C1EC-28CF-BB20-3545AE99B592}"/>
              </a:ext>
            </a:extLst>
          </p:cNvPr>
          <p:cNvSpPr/>
          <p:nvPr/>
        </p:nvSpPr>
        <p:spPr>
          <a:xfrm>
            <a:off x="-14513" y="0"/>
            <a:ext cx="12221028" cy="956312"/>
          </a:xfrm>
          <a:prstGeom prst="rect">
            <a:avLst/>
          </a:prstGeom>
          <a:solidFill>
            <a:srgbClr val="09293E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B44510-0956-0581-AF3F-6E8541293E59}"/>
              </a:ext>
            </a:extLst>
          </p:cNvPr>
          <p:cNvSpPr txBox="1"/>
          <p:nvPr/>
        </p:nvSpPr>
        <p:spPr>
          <a:xfrm>
            <a:off x="285522" y="-29676"/>
            <a:ext cx="486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Ⅳ</a:t>
            </a:r>
            <a:endParaRPr lang="ko-KR" altLang="en-US" sz="5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43299-5BFE-4BFB-9DBE-82B14A58E8DE}"/>
              </a:ext>
            </a:extLst>
          </p:cNvPr>
          <p:cNvSpPr txBox="1"/>
          <p:nvPr/>
        </p:nvSpPr>
        <p:spPr>
          <a:xfrm>
            <a:off x="875586" y="351149"/>
            <a:ext cx="690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나이스한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9E8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슬라이드의 제목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을 입력해주세요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9870B-FA17-6790-062B-7472D49B0028}"/>
              </a:ext>
            </a:extLst>
          </p:cNvPr>
          <p:cNvSpPr txBox="1"/>
          <p:nvPr/>
        </p:nvSpPr>
        <p:spPr>
          <a:xfrm>
            <a:off x="875584" y="185768"/>
            <a:ext cx="14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소제목입력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E4DD8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레쓰고</a:t>
            </a:r>
            <a:endParaRPr lang="ko-KR" altLang="en-US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6A0D3C6-62F3-5130-2BCD-474BBAA46A53}"/>
              </a:ext>
            </a:extLst>
          </p:cNvPr>
          <p:cNvSpPr/>
          <p:nvPr/>
        </p:nvSpPr>
        <p:spPr>
          <a:xfrm>
            <a:off x="5119687" y="1558939"/>
            <a:ext cx="1952626" cy="736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2719E6-16DB-2F00-27A6-ADB5B4BB66CF}"/>
              </a:ext>
            </a:extLst>
          </p:cNvPr>
          <p:cNvSpPr txBox="1"/>
          <p:nvPr/>
        </p:nvSpPr>
        <p:spPr>
          <a:xfrm>
            <a:off x="5323987" y="1891040"/>
            <a:ext cx="1544026" cy="29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1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사람이름</a:t>
            </a:r>
            <a:endParaRPr lang="en-US" altLang="ko-KR" sz="110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3D4F81-9D7D-62E3-A725-0D45F968599A}"/>
              </a:ext>
            </a:extLst>
          </p:cNvPr>
          <p:cNvSpPr txBox="1"/>
          <p:nvPr/>
        </p:nvSpPr>
        <p:spPr>
          <a:xfrm>
            <a:off x="5323987" y="1558939"/>
            <a:ext cx="1544026" cy="426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8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CEO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E8BD80B-3D8B-F68A-2698-7628F4EB9C75}"/>
              </a:ext>
            </a:extLst>
          </p:cNvPr>
          <p:cNvSpPr/>
          <p:nvPr/>
        </p:nvSpPr>
        <p:spPr>
          <a:xfrm>
            <a:off x="5119687" y="3060700"/>
            <a:ext cx="1952626" cy="736600"/>
          </a:xfrm>
          <a:prstGeom prst="rect">
            <a:avLst/>
          </a:prstGeom>
          <a:solidFill>
            <a:srgbClr val="1644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DB6EEB-7886-5041-167E-210CD8AF870E}"/>
              </a:ext>
            </a:extLst>
          </p:cNvPr>
          <p:cNvSpPr txBox="1"/>
          <p:nvPr/>
        </p:nvSpPr>
        <p:spPr>
          <a:xfrm>
            <a:off x="5323987" y="3392801"/>
            <a:ext cx="1544026" cy="29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10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전략실</a:t>
            </a:r>
            <a:endParaRPr lang="en-US" altLang="ko-KR" sz="110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D78000-045F-98F7-9EDA-3AD63C582539}"/>
              </a:ext>
            </a:extLst>
          </p:cNvPr>
          <p:cNvSpPr txBox="1"/>
          <p:nvPr/>
        </p:nvSpPr>
        <p:spPr>
          <a:xfrm>
            <a:off x="5323987" y="3060700"/>
            <a:ext cx="1544026" cy="426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8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OOO Team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41C7C0E-6F7E-20B9-CAF9-3EDE551A151A}"/>
              </a:ext>
            </a:extLst>
          </p:cNvPr>
          <p:cNvSpPr/>
          <p:nvPr/>
        </p:nvSpPr>
        <p:spPr>
          <a:xfrm>
            <a:off x="2767369" y="3060700"/>
            <a:ext cx="1952626" cy="736600"/>
          </a:xfrm>
          <a:prstGeom prst="rect">
            <a:avLst/>
          </a:prstGeom>
          <a:solidFill>
            <a:srgbClr val="0E2C3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E11B45-88CF-3192-2182-2CE1CD6E99E1}"/>
              </a:ext>
            </a:extLst>
          </p:cNvPr>
          <p:cNvSpPr txBox="1"/>
          <p:nvPr/>
        </p:nvSpPr>
        <p:spPr>
          <a:xfrm>
            <a:off x="2971669" y="3392801"/>
            <a:ext cx="1544026" cy="29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1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경영기획팀</a:t>
            </a:r>
            <a:endParaRPr lang="en-US" altLang="ko-KR" sz="110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8CC838-8624-DA3C-AAA0-ED86539A7AA4}"/>
              </a:ext>
            </a:extLst>
          </p:cNvPr>
          <p:cNvSpPr txBox="1"/>
          <p:nvPr/>
        </p:nvSpPr>
        <p:spPr>
          <a:xfrm>
            <a:off x="2971669" y="3060700"/>
            <a:ext cx="1544026" cy="426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8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OOO Team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29E3B07-E7F3-3D25-EA2F-29E0ED54D7D9}"/>
              </a:ext>
            </a:extLst>
          </p:cNvPr>
          <p:cNvSpPr/>
          <p:nvPr/>
        </p:nvSpPr>
        <p:spPr>
          <a:xfrm>
            <a:off x="415051" y="3060700"/>
            <a:ext cx="1952626" cy="736600"/>
          </a:xfrm>
          <a:prstGeom prst="rect">
            <a:avLst/>
          </a:prstGeom>
          <a:solidFill>
            <a:srgbClr val="1644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1020889-2D3C-E5CE-3195-8371ADFE59C2}"/>
              </a:ext>
            </a:extLst>
          </p:cNvPr>
          <p:cNvSpPr txBox="1"/>
          <p:nvPr/>
        </p:nvSpPr>
        <p:spPr>
          <a:xfrm>
            <a:off x="619351" y="3392801"/>
            <a:ext cx="1544026" cy="29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1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인사팀</a:t>
            </a:r>
            <a:endParaRPr lang="en-US" altLang="ko-KR" sz="110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59427F-ADFC-19F8-0A1B-D48BBD0978AC}"/>
              </a:ext>
            </a:extLst>
          </p:cNvPr>
          <p:cNvSpPr txBox="1"/>
          <p:nvPr/>
        </p:nvSpPr>
        <p:spPr>
          <a:xfrm>
            <a:off x="619351" y="3060700"/>
            <a:ext cx="1544026" cy="426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8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OOO Team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F70083A-669B-14C7-3268-E593E20F7A19}"/>
              </a:ext>
            </a:extLst>
          </p:cNvPr>
          <p:cNvSpPr/>
          <p:nvPr/>
        </p:nvSpPr>
        <p:spPr>
          <a:xfrm>
            <a:off x="7472005" y="3060700"/>
            <a:ext cx="1952626" cy="736600"/>
          </a:xfrm>
          <a:prstGeom prst="rect">
            <a:avLst/>
          </a:prstGeom>
          <a:solidFill>
            <a:srgbClr val="0E2C3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76A6E4-5860-8B43-AE14-EAACB3E8C14C}"/>
              </a:ext>
            </a:extLst>
          </p:cNvPr>
          <p:cNvSpPr txBox="1"/>
          <p:nvPr/>
        </p:nvSpPr>
        <p:spPr>
          <a:xfrm>
            <a:off x="7676305" y="3392801"/>
            <a:ext cx="1544026" cy="29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1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생산팀</a:t>
            </a:r>
            <a:endParaRPr lang="en-US" altLang="ko-KR" sz="110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F90B45-13DB-F28B-9E90-09B88E0E5B9F}"/>
              </a:ext>
            </a:extLst>
          </p:cNvPr>
          <p:cNvSpPr txBox="1"/>
          <p:nvPr/>
        </p:nvSpPr>
        <p:spPr>
          <a:xfrm>
            <a:off x="7676305" y="3060700"/>
            <a:ext cx="1544026" cy="426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8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OOO Team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ED7E723-8E0B-11DC-2738-A3FC44F8A00C}"/>
              </a:ext>
            </a:extLst>
          </p:cNvPr>
          <p:cNvSpPr/>
          <p:nvPr/>
        </p:nvSpPr>
        <p:spPr>
          <a:xfrm>
            <a:off x="9824323" y="3060700"/>
            <a:ext cx="1952626" cy="736600"/>
          </a:xfrm>
          <a:prstGeom prst="rect">
            <a:avLst/>
          </a:prstGeom>
          <a:solidFill>
            <a:srgbClr val="1644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4A766A-A015-F9FB-815C-87A24AAF0B68}"/>
              </a:ext>
            </a:extLst>
          </p:cNvPr>
          <p:cNvSpPr txBox="1"/>
          <p:nvPr/>
        </p:nvSpPr>
        <p:spPr>
          <a:xfrm>
            <a:off x="10028623" y="3392801"/>
            <a:ext cx="1544026" cy="29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1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연구</a:t>
            </a:r>
            <a:r>
              <a:rPr lang="en-US" altLang="ko-KR" sz="11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  <a:r>
              <a:rPr lang="ko-KR" altLang="en-US" sz="11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팀</a:t>
            </a:r>
            <a:endParaRPr lang="en-US" altLang="ko-KR" sz="110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E5DA8FF-9DDB-7831-080B-9745CFB2060B}"/>
              </a:ext>
            </a:extLst>
          </p:cNvPr>
          <p:cNvSpPr txBox="1"/>
          <p:nvPr/>
        </p:nvSpPr>
        <p:spPr>
          <a:xfrm>
            <a:off x="10028623" y="3060700"/>
            <a:ext cx="1544026" cy="426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80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OOO Team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2A49005-729E-5FDF-3CF7-8B73A80FED2F}"/>
              </a:ext>
            </a:extLst>
          </p:cNvPr>
          <p:cNvSpPr/>
          <p:nvPr/>
        </p:nvSpPr>
        <p:spPr>
          <a:xfrm>
            <a:off x="415051" y="3797300"/>
            <a:ext cx="1952626" cy="2104388"/>
          </a:xfrm>
          <a:prstGeom prst="rect">
            <a:avLst/>
          </a:prstGeom>
          <a:solidFill>
            <a:srgbClr val="FFF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BB68B5E-0766-2C7C-11EE-837331E53EF8}"/>
              </a:ext>
            </a:extLst>
          </p:cNvPr>
          <p:cNvSpPr/>
          <p:nvPr/>
        </p:nvSpPr>
        <p:spPr>
          <a:xfrm>
            <a:off x="2767369" y="3797300"/>
            <a:ext cx="1952626" cy="2104388"/>
          </a:xfrm>
          <a:prstGeom prst="rect">
            <a:avLst/>
          </a:prstGeom>
          <a:solidFill>
            <a:srgbClr val="FFF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D9A51C-6780-98E3-1723-1AAD533D6545}"/>
              </a:ext>
            </a:extLst>
          </p:cNvPr>
          <p:cNvSpPr txBox="1"/>
          <p:nvPr/>
        </p:nvSpPr>
        <p:spPr>
          <a:xfrm>
            <a:off x="550070" y="3969970"/>
            <a:ext cx="1682590" cy="1099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뚝배기</a:t>
            </a: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팀장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사냥꾼 대리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김미숙 사원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나이숙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인턴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29CE4F4-0A30-C787-3796-9FD6CA1D0C5C}"/>
              </a:ext>
            </a:extLst>
          </p:cNvPr>
          <p:cNvSpPr txBox="1"/>
          <p:nvPr/>
        </p:nvSpPr>
        <p:spPr>
          <a:xfrm>
            <a:off x="2902387" y="3969970"/>
            <a:ext cx="1682590" cy="1616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프로젝트 이름 조지거나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분기 실적을 쓰거나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퍼포먼스를 쓰거나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팀장들 </a:t>
            </a: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한것도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없는데 이런데 글은 오지게 </a:t>
            </a: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잘쓰는거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인정하는 부분</a:t>
            </a: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?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C6CD0AD-AEDF-3930-AE2E-CFFD2BBE7B75}"/>
              </a:ext>
            </a:extLst>
          </p:cNvPr>
          <p:cNvSpPr/>
          <p:nvPr/>
        </p:nvSpPr>
        <p:spPr>
          <a:xfrm>
            <a:off x="7472005" y="3797300"/>
            <a:ext cx="1952626" cy="2104388"/>
          </a:xfrm>
          <a:prstGeom prst="rect">
            <a:avLst/>
          </a:prstGeom>
          <a:solidFill>
            <a:srgbClr val="FFF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D88EF010-1F7E-A8AF-654C-A9944F33D114}"/>
              </a:ext>
            </a:extLst>
          </p:cNvPr>
          <p:cNvSpPr/>
          <p:nvPr/>
        </p:nvSpPr>
        <p:spPr>
          <a:xfrm>
            <a:off x="5119687" y="3797300"/>
            <a:ext cx="1952626" cy="2104388"/>
          </a:xfrm>
          <a:prstGeom prst="rect">
            <a:avLst/>
          </a:prstGeom>
          <a:solidFill>
            <a:srgbClr val="FFF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648C01-A24F-5600-6903-553CC8DB5A28}"/>
              </a:ext>
            </a:extLst>
          </p:cNvPr>
          <p:cNvSpPr txBox="1"/>
          <p:nvPr/>
        </p:nvSpPr>
        <p:spPr>
          <a:xfrm>
            <a:off x="5254706" y="3969970"/>
            <a:ext cx="1682590" cy="1099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뚝배기</a:t>
            </a: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팀장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사냥꾼 대리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김미숙 사원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나이숙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인턴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B939042-38D1-CACE-C807-D1A8BC478DEE}"/>
              </a:ext>
            </a:extLst>
          </p:cNvPr>
          <p:cNvSpPr/>
          <p:nvPr/>
        </p:nvSpPr>
        <p:spPr>
          <a:xfrm>
            <a:off x="9824323" y="3797300"/>
            <a:ext cx="1952626" cy="2104388"/>
          </a:xfrm>
          <a:prstGeom prst="rect">
            <a:avLst/>
          </a:prstGeom>
          <a:solidFill>
            <a:srgbClr val="FFF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12FF545-8317-AEA5-E4D5-164B19A55D52}"/>
              </a:ext>
            </a:extLst>
          </p:cNvPr>
          <p:cNvSpPr txBox="1"/>
          <p:nvPr/>
        </p:nvSpPr>
        <p:spPr>
          <a:xfrm>
            <a:off x="9959342" y="3969970"/>
            <a:ext cx="1682590" cy="1099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뚝배기</a:t>
            </a: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팀장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사냥꾼 대리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김미숙 사원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나이숙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인턴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2E9E3EA-C7CA-D6DE-7159-6BB7C0D5AE36}"/>
              </a:ext>
            </a:extLst>
          </p:cNvPr>
          <p:cNvSpPr txBox="1"/>
          <p:nvPr/>
        </p:nvSpPr>
        <p:spPr>
          <a:xfrm>
            <a:off x="7607856" y="3969970"/>
            <a:ext cx="1682590" cy="1616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4400">
                <a:ln w="3175">
                  <a:noFill/>
                </a:ln>
                <a:latin typeface="배달의민족 도현" panose="020B0600000101010101" pitchFamily="50" charset="-127"/>
                <a:ea typeface="배달의민족 도현" panose="020B0600000101010101" pitchFamily="50" charset="-127"/>
              </a:defRPr>
            </a:lvl1pPr>
          </a:lstStyle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프로젝트 이름 조지거나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분기 실적을 쓰거나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퍼포먼스를 쓰거나</a:t>
            </a:r>
            <a:endParaRPr lang="en-US" altLang="ko-KR" sz="1050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팀장들 </a:t>
            </a: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한것도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없는데 이런데 글은 오지게 </a:t>
            </a:r>
            <a:r>
              <a:rPr lang="ko-KR" altLang="en-US" sz="1050" dirty="0" err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잘쓰는거</a:t>
            </a:r>
            <a:r>
              <a:rPr lang="ko-KR" altLang="en-US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인정하는 부분</a:t>
            </a:r>
            <a:r>
              <a:rPr lang="en-US" altLang="ko-KR" sz="1050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?</a:t>
            </a:r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84A1D4CB-8336-EC28-FCA6-2015247656CD}"/>
              </a:ext>
            </a:extLst>
          </p:cNvPr>
          <p:cNvCxnSpPr>
            <a:cxnSpLocks/>
            <a:stCxn id="58" idx="0"/>
            <a:endCxn id="66" idx="0"/>
          </p:cNvCxnSpPr>
          <p:nvPr/>
        </p:nvCxnSpPr>
        <p:spPr>
          <a:xfrm rot="5400000" flipH="1" flipV="1">
            <a:off x="6096000" y="-1643936"/>
            <a:ext cx="12700" cy="9409272"/>
          </a:xfrm>
          <a:prstGeom prst="bentConnector3">
            <a:avLst>
              <a:gd name="adj1" fmla="val 311714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41A6DA60-6F2E-0F45-B8E0-66761072A2BD}"/>
              </a:ext>
            </a:extLst>
          </p:cNvPr>
          <p:cNvCxnSpPr>
            <a:cxnSpLocks/>
            <a:stCxn id="54" idx="0"/>
          </p:cNvCxnSpPr>
          <p:nvPr/>
        </p:nvCxnSpPr>
        <p:spPr>
          <a:xfrm flipV="1">
            <a:off x="3743682" y="2671763"/>
            <a:ext cx="0" cy="3889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2BB2DFCE-DB3F-9FBE-9A44-D9952FC476C8}"/>
              </a:ext>
            </a:extLst>
          </p:cNvPr>
          <p:cNvCxnSpPr>
            <a:cxnSpLocks/>
          </p:cNvCxnSpPr>
          <p:nvPr/>
        </p:nvCxnSpPr>
        <p:spPr>
          <a:xfrm flipV="1">
            <a:off x="8448318" y="2671763"/>
            <a:ext cx="0" cy="3889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96CAB3F6-E545-F293-85C9-38AB93A0FFC5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6096000" y="2295539"/>
            <a:ext cx="0" cy="765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C7223C6-8B0F-DA3E-A20D-34DCC0FACAFE}"/>
              </a:ext>
            </a:extLst>
          </p:cNvPr>
          <p:cNvSpPr txBox="1"/>
          <p:nvPr/>
        </p:nvSpPr>
        <p:spPr>
          <a:xfrm>
            <a:off x="7324627" y="551204"/>
            <a:ext cx="458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Coporation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Of PPT Hunter Template Legend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6781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rm's-eye-view of white concrete building">
            <a:extLst>
              <a:ext uri="{FF2B5EF4-FFF2-40B4-BE49-F238E27FC236}">
                <a16:creationId xmlns:a16="http://schemas.microsoft.com/office/drawing/2014/main" id="{E3632ECD-7293-6940-71FC-241A30495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b="80289"/>
          <a:stretch/>
        </p:blipFill>
        <p:spPr bwMode="auto">
          <a:xfrm>
            <a:off x="-14514" y="0"/>
            <a:ext cx="12221028" cy="95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B755CBA-C1EC-28CF-BB20-3545AE99B592}"/>
              </a:ext>
            </a:extLst>
          </p:cNvPr>
          <p:cNvSpPr/>
          <p:nvPr/>
        </p:nvSpPr>
        <p:spPr>
          <a:xfrm>
            <a:off x="-14513" y="0"/>
            <a:ext cx="12221028" cy="956312"/>
          </a:xfrm>
          <a:prstGeom prst="rect">
            <a:avLst/>
          </a:prstGeom>
          <a:solidFill>
            <a:srgbClr val="09293E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B44510-0956-0581-AF3F-6E8541293E59}"/>
              </a:ext>
            </a:extLst>
          </p:cNvPr>
          <p:cNvSpPr txBox="1"/>
          <p:nvPr/>
        </p:nvSpPr>
        <p:spPr>
          <a:xfrm>
            <a:off x="285522" y="-29676"/>
            <a:ext cx="486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Ⅳ</a:t>
            </a:r>
            <a:endParaRPr lang="ko-KR" altLang="en-US" sz="5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3686043-7BE9-F3CD-80C2-9D56AC8F461C}"/>
              </a:ext>
            </a:extLst>
          </p:cNvPr>
          <p:cNvGrpSpPr/>
          <p:nvPr/>
        </p:nvGrpSpPr>
        <p:grpSpPr>
          <a:xfrm>
            <a:off x="875584" y="185768"/>
            <a:ext cx="6908802" cy="627046"/>
            <a:chOff x="772475" y="185768"/>
            <a:chExt cx="6908802" cy="62704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243299-5BFE-4BFB-9DBE-82B14A58E8DE}"/>
                </a:ext>
              </a:extLst>
            </p:cNvPr>
            <p:cNvSpPr txBox="1"/>
            <p:nvPr/>
          </p:nvSpPr>
          <p:spPr>
            <a:xfrm>
              <a:off x="772477" y="351149"/>
              <a:ext cx="690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9E8FF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나이스한</a:t>
              </a:r>
              <a:r>
                <a:rPr lang="ko-KR" altLang="en-US" sz="2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9E8FF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 슬라이드의 제목</a:t>
              </a:r>
              <a:r>
                <a:rPr lang="ko-KR" altLang="en-US" sz="2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rPr>
                <a:t>을 입력해주세요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689870B-FA17-6790-062B-7472D49B0028}"/>
                </a:ext>
              </a:extLst>
            </p:cNvPr>
            <p:cNvSpPr txBox="1"/>
            <p:nvPr/>
          </p:nvSpPr>
          <p:spPr>
            <a:xfrm>
              <a:off x="772475" y="185768"/>
              <a:ext cx="14920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소제목입력 </a:t>
              </a:r>
              <a:r>
                <a:rPr lang="ko-KR" altLang="en-US" sz="100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FFFF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레쓰고</a:t>
              </a:r>
              <a:endPara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7F34C17-233F-8377-F81F-8148D501F4B4}"/>
              </a:ext>
            </a:extLst>
          </p:cNvPr>
          <p:cNvSpPr txBox="1"/>
          <p:nvPr/>
        </p:nvSpPr>
        <p:spPr>
          <a:xfrm>
            <a:off x="5282935" y="1490161"/>
            <a:ext cx="162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60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defRPr>
            </a:lvl1pPr>
          </a:lstStyle>
          <a:p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2F4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첫번째항목</a:t>
            </a:r>
            <a:endParaRPr lang="ko-KR" altLang="en-US" sz="1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F2F42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CCECC5-EA65-74AD-7C58-3BAEC81622ED}"/>
              </a:ext>
            </a:extLst>
          </p:cNvPr>
          <p:cNvSpPr txBox="1"/>
          <p:nvPr/>
        </p:nvSpPr>
        <p:spPr>
          <a:xfrm>
            <a:off x="8128028" y="2967376"/>
            <a:ext cx="162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60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defRPr>
            </a:lvl1pPr>
          </a:lstStyle>
          <a:p>
            <a:pPr algn="l"/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2F4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다섯번째항목</a:t>
            </a:r>
            <a:endParaRPr lang="ko-KR" altLang="en-US" sz="1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F2F42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FCEEFB-7B75-B7EC-7649-207E665DD11B}"/>
              </a:ext>
            </a:extLst>
          </p:cNvPr>
          <p:cNvSpPr txBox="1"/>
          <p:nvPr/>
        </p:nvSpPr>
        <p:spPr>
          <a:xfrm>
            <a:off x="2437848" y="2967376"/>
            <a:ext cx="1688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60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defRPr>
            </a:lvl1pPr>
          </a:lstStyle>
          <a:p>
            <a:pPr algn="r"/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2F4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두번째항목</a:t>
            </a:r>
            <a:endParaRPr lang="ko-KR" altLang="en-US" sz="1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F2F42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488125C-AFE6-C0A3-8DEE-BBE0591876ED}"/>
              </a:ext>
            </a:extLst>
          </p:cNvPr>
          <p:cNvSpPr/>
          <p:nvPr/>
        </p:nvSpPr>
        <p:spPr>
          <a:xfrm>
            <a:off x="5603150" y="3508936"/>
            <a:ext cx="985702" cy="98570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522A73"/>
              </a:solidFill>
            </a:endParaRPr>
          </a:p>
        </p:txBody>
      </p:sp>
      <p:sp>
        <p:nvSpPr>
          <p:cNvPr id="15" name="원형: 비어 있음 14">
            <a:extLst>
              <a:ext uri="{FF2B5EF4-FFF2-40B4-BE49-F238E27FC236}">
                <a16:creationId xmlns:a16="http://schemas.microsoft.com/office/drawing/2014/main" id="{49516106-50F3-061D-2A24-6F9A3A503C55}"/>
              </a:ext>
            </a:extLst>
          </p:cNvPr>
          <p:cNvSpPr/>
          <p:nvPr/>
        </p:nvSpPr>
        <p:spPr>
          <a:xfrm>
            <a:off x="4801033" y="2706820"/>
            <a:ext cx="2589938" cy="2589937"/>
          </a:xfrm>
          <a:prstGeom prst="donut">
            <a:avLst>
              <a:gd name="adj" fmla="val 13308"/>
            </a:avLst>
          </a:prstGeom>
          <a:solidFill>
            <a:srgbClr val="0F2F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1F36C7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5F5C7FD-2BCA-9C1F-34D1-3A91E661B6EC}"/>
              </a:ext>
            </a:extLst>
          </p:cNvPr>
          <p:cNvSpPr/>
          <p:nvPr/>
        </p:nvSpPr>
        <p:spPr>
          <a:xfrm>
            <a:off x="4723209" y="2628999"/>
            <a:ext cx="2745576" cy="2745575"/>
          </a:xfrm>
          <a:prstGeom prst="ellipse">
            <a:avLst/>
          </a:prstGeom>
          <a:noFill/>
          <a:ln>
            <a:solidFill>
              <a:srgbClr val="DCDA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1F36C7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DA9A7F3-AA53-A8A5-2199-C3EE807E3C79}"/>
              </a:ext>
            </a:extLst>
          </p:cNvPr>
          <p:cNvSpPr/>
          <p:nvPr/>
        </p:nvSpPr>
        <p:spPr>
          <a:xfrm>
            <a:off x="4235771" y="2141561"/>
            <a:ext cx="3720452" cy="3720451"/>
          </a:xfrm>
          <a:prstGeom prst="ellipse">
            <a:avLst/>
          </a:prstGeom>
          <a:noFill/>
          <a:ln>
            <a:solidFill>
              <a:srgbClr val="DCDA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1F36C7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2AB2884-E800-ED79-0A9A-646DD5303201}"/>
              </a:ext>
            </a:extLst>
          </p:cNvPr>
          <p:cNvSpPr/>
          <p:nvPr/>
        </p:nvSpPr>
        <p:spPr>
          <a:xfrm>
            <a:off x="6060778" y="2091901"/>
            <a:ext cx="110418" cy="110418"/>
          </a:xfrm>
          <a:prstGeom prst="ellipse">
            <a:avLst/>
          </a:prstGeom>
          <a:solidFill>
            <a:srgbClr val="102F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1F36C7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473EDDD-1C22-79E9-5658-E6D05C678A87}"/>
              </a:ext>
            </a:extLst>
          </p:cNvPr>
          <p:cNvSpPr/>
          <p:nvPr/>
        </p:nvSpPr>
        <p:spPr>
          <a:xfrm>
            <a:off x="7364466" y="5261955"/>
            <a:ext cx="110418" cy="110418"/>
          </a:xfrm>
          <a:prstGeom prst="ellipse">
            <a:avLst/>
          </a:prstGeom>
          <a:solidFill>
            <a:srgbClr val="102F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1F36C7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8DDE3DA-0E57-09AD-7FA7-561A9DB72CD9}"/>
              </a:ext>
            </a:extLst>
          </p:cNvPr>
          <p:cNvSpPr/>
          <p:nvPr/>
        </p:nvSpPr>
        <p:spPr>
          <a:xfrm>
            <a:off x="4745824" y="5261955"/>
            <a:ext cx="110418" cy="110418"/>
          </a:xfrm>
          <a:prstGeom prst="ellipse">
            <a:avLst/>
          </a:prstGeom>
          <a:solidFill>
            <a:srgbClr val="102F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1F36C7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FC1230-3786-D8F2-671E-6B40F380C9C5}"/>
              </a:ext>
            </a:extLst>
          </p:cNvPr>
          <p:cNvSpPr txBox="1"/>
          <p:nvPr/>
        </p:nvSpPr>
        <p:spPr>
          <a:xfrm>
            <a:off x="4971643" y="3603865"/>
            <a:ext cx="22487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2000">
                <a:solidFill>
                  <a:srgbClr val="4E93C1"/>
                </a:solidFill>
                <a:latin typeface="세방고딕 OTF Bold" panose="00000800000000000000" pitchFamily="50" charset="-127"/>
                <a:ea typeface="세방고딕 OTF Bold" panose="00000800000000000000" pitchFamily="50" charset="-127"/>
              </a:defRPr>
            </a:lvl1pPr>
          </a:lstStyle>
          <a:p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2F42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MAIN</a:t>
            </a:r>
            <a:b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2F42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2F42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TITLE</a:t>
            </a:r>
            <a:endParaRPr lang="ko-KR" altLang="en-US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F2F42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59AD97D-42E6-4A41-1767-B5F00B76668B}"/>
              </a:ext>
            </a:extLst>
          </p:cNvPr>
          <p:cNvSpPr/>
          <p:nvPr/>
        </p:nvSpPr>
        <p:spPr>
          <a:xfrm>
            <a:off x="7720747" y="3152042"/>
            <a:ext cx="110418" cy="110418"/>
          </a:xfrm>
          <a:prstGeom prst="ellipse">
            <a:avLst/>
          </a:prstGeom>
          <a:solidFill>
            <a:srgbClr val="102F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1F36C7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C748CB9-7778-4A71-AC03-3BF621C32AA5}"/>
              </a:ext>
            </a:extLst>
          </p:cNvPr>
          <p:cNvSpPr/>
          <p:nvPr/>
        </p:nvSpPr>
        <p:spPr>
          <a:xfrm>
            <a:off x="4360836" y="3152042"/>
            <a:ext cx="110418" cy="110418"/>
          </a:xfrm>
          <a:prstGeom prst="ellipse">
            <a:avLst/>
          </a:prstGeom>
          <a:solidFill>
            <a:srgbClr val="102F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1F36C7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67BF72-3AD4-A5C7-7CFB-BF7866AF5FA4}"/>
              </a:ext>
            </a:extLst>
          </p:cNvPr>
          <p:cNvSpPr txBox="1"/>
          <p:nvPr/>
        </p:nvSpPr>
        <p:spPr>
          <a:xfrm>
            <a:off x="7623952" y="5247860"/>
            <a:ext cx="162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60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defRPr>
            </a:lvl1pPr>
          </a:lstStyle>
          <a:p>
            <a:pPr algn="l"/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2F4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네번째항목</a:t>
            </a:r>
            <a:endParaRPr lang="ko-KR" altLang="en-US" sz="1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F2F42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9351F6-605A-8785-24A0-E0DDD06A718A}"/>
              </a:ext>
            </a:extLst>
          </p:cNvPr>
          <p:cNvSpPr txBox="1"/>
          <p:nvPr/>
        </p:nvSpPr>
        <p:spPr>
          <a:xfrm>
            <a:off x="2941925" y="5247860"/>
            <a:ext cx="1688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60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defRPr>
            </a:lvl1pPr>
          </a:lstStyle>
          <a:p>
            <a:pPr algn="r"/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F2F4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세번째항목</a:t>
            </a:r>
            <a:endParaRPr lang="ko-KR" altLang="en-US" sz="1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F2F42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71B27E-FE0B-0529-9E42-7FC3000BBD05}"/>
              </a:ext>
            </a:extLst>
          </p:cNvPr>
          <p:cNvSpPr txBox="1"/>
          <p:nvPr/>
        </p:nvSpPr>
        <p:spPr>
          <a:xfrm>
            <a:off x="6758426" y="1495312"/>
            <a:ext cx="2188724" cy="497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핵심가치</a:t>
            </a:r>
            <a:r>
              <a:rPr lang="en-US" altLang="ko-KR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st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대한 설명을 </a:t>
            </a:r>
            <a:r>
              <a:rPr lang="ko-KR" altLang="en-US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나이스하게</a:t>
            </a:r>
            <a:endParaRPr lang="en-US" altLang="ko-KR" sz="105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적어주시길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바랍니다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2261E8-1CE3-044F-6CEB-0A20FEE1485C}"/>
              </a:ext>
            </a:extLst>
          </p:cNvPr>
          <p:cNvSpPr txBox="1"/>
          <p:nvPr/>
        </p:nvSpPr>
        <p:spPr>
          <a:xfrm>
            <a:off x="8126833" y="3403929"/>
            <a:ext cx="2188724" cy="497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핵심가치</a:t>
            </a:r>
            <a:r>
              <a:rPr lang="en-US" altLang="ko-KR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st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대한 설명을 </a:t>
            </a:r>
            <a:r>
              <a:rPr lang="ko-KR" altLang="en-US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나이스하게</a:t>
            </a:r>
            <a:endParaRPr lang="en-US" altLang="ko-KR" sz="105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적어주시길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바랍니다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D24D29-399D-3E3E-532F-9DFFE06AB43B}"/>
              </a:ext>
            </a:extLst>
          </p:cNvPr>
          <p:cNvSpPr txBox="1"/>
          <p:nvPr/>
        </p:nvSpPr>
        <p:spPr>
          <a:xfrm>
            <a:off x="7720747" y="5613386"/>
            <a:ext cx="2188724" cy="497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핵심가치</a:t>
            </a:r>
            <a:r>
              <a:rPr lang="en-US" altLang="ko-KR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st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대한 설명을 </a:t>
            </a:r>
            <a:r>
              <a:rPr lang="ko-KR" altLang="en-US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나이스하게</a:t>
            </a:r>
            <a:endParaRPr lang="en-US" altLang="ko-KR" sz="105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적어주시길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바랍니다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605426-0CF9-24F8-A527-0109EC49547B}"/>
              </a:ext>
            </a:extLst>
          </p:cNvPr>
          <p:cNvSpPr txBox="1"/>
          <p:nvPr/>
        </p:nvSpPr>
        <p:spPr>
          <a:xfrm>
            <a:off x="2437848" y="5613386"/>
            <a:ext cx="2188724" cy="497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핵심가치</a:t>
            </a:r>
            <a:r>
              <a:rPr lang="en-US" altLang="ko-KR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st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대한 설명을 </a:t>
            </a:r>
            <a:r>
              <a:rPr lang="ko-KR" altLang="en-US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나이스하게</a:t>
            </a:r>
            <a:endParaRPr lang="en-US" altLang="ko-KR" sz="105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algn="r">
              <a:lnSpc>
                <a:spcPct val="130000"/>
              </a:lnSpc>
            </a:pPr>
            <a:r>
              <a:rPr lang="ko-KR" altLang="en-US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적어주시길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바랍니다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A1354D-87E5-B074-D971-8556522A54E9}"/>
              </a:ext>
            </a:extLst>
          </p:cNvPr>
          <p:cNvSpPr txBox="1"/>
          <p:nvPr/>
        </p:nvSpPr>
        <p:spPr>
          <a:xfrm>
            <a:off x="1921070" y="3403929"/>
            <a:ext cx="2188724" cy="497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핵심가치</a:t>
            </a:r>
            <a:r>
              <a:rPr lang="en-US" altLang="ko-KR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st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대한 설명을 </a:t>
            </a:r>
            <a:r>
              <a:rPr lang="ko-KR" altLang="en-US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나이스하게</a:t>
            </a:r>
            <a:endParaRPr lang="en-US" altLang="ko-KR" sz="1050" dirty="0">
              <a:ln>
                <a:solidFill>
                  <a:schemeClr val="accent1">
                    <a:alpha val="0"/>
                  </a:schemeClr>
                </a:solidFill>
              </a:ln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algn="r">
              <a:lnSpc>
                <a:spcPct val="130000"/>
              </a:lnSpc>
            </a:pPr>
            <a:r>
              <a:rPr lang="ko-KR" altLang="en-US" sz="10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적어주시길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바랍니다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7CFFC2-60CB-BE34-9464-2AE4170DA1DA}"/>
              </a:ext>
            </a:extLst>
          </p:cNvPr>
          <p:cNvSpPr txBox="1"/>
          <p:nvPr/>
        </p:nvSpPr>
        <p:spPr>
          <a:xfrm>
            <a:off x="7324627" y="551204"/>
            <a:ext cx="4581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Coporation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Of PPT Hunter Template Legend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9683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206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1115</Words>
  <Application>Microsoft Office PowerPoint</Application>
  <PresentationFormat>와이드스크린</PresentationFormat>
  <Paragraphs>247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나눔스퀘어_ac</vt:lpstr>
      <vt:lpstr>나눔스퀘어_ac Bold</vt:lpstr>
      <vt:lpstr>나눔스퀘어_ac ExtraBold</vt:lpstr>
      <vt:lpstr>맑은 고딕</vt:lpstr>
      <vt:lpstr>바탕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 승엽</dc:creator>
  <cp:lastModifiedBy>김영환/KIM YOUNG HWAN</cp:lastModifiedBy>
  <cp:revision>12</cp:revision>
  <dcterms:created xsi:type="dcterms:W3CDTF">2022-06-08T05:20:26Z</dcterms:created>
  <dcterms:modified xsi:type="dcterms:W3CDTF">2025-11-03T04:58:26Z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fd51960-f5ab-455f-8de0-bc0d6c02aaf3_Enabled">
    <vt:lpwstr>true</vt:lpwstr>
  </property>
  <property fmtid="{D5CDD505-2E9C-101B-9397-08002B2CF9AE}" pid="3" name="MSIP_Label_1fd51960-f5ab-455f-8de0-bc0d6c02aaf3_SetDate">
    <vt:lpwstr>2025-11-03T04:24:35Z</vt:lpwstr>
  </property>
  <property fmtid="{D5CDD505-2E9C-101B-9397-08002B2CF9AE}" pid="4" name="MSIP_Label_1fd51960-f5ab-455f-8de0-bc0d6c02aaf3_Method">
    <vt:lpwstr>Standard</vt:lpwstr>
  </property>
  <property fmtid="{D5CDD505-2E9C-101B-9397-08002B2CF9AE}" pid="5" name="MSIP_Label_1fd51960-f5ab-455f-8de0-bc0d6c02aaf3_Name">
    <vt:lpwstr>Public</vt:lpwstr>
  </property>
  <property fmtid="{D5CDD505-2E9C-101B-9397-08002B2CF9AE}" pid="6" name="MSIP_Label_1fd51960-f5ab-455f-8de0-bc0d6c02aaf3_SiteId">
    <vt:lpwstr>f8d5ac98-8fa9-4355-8cd9-84f322fb0a78</vt:lpwstr>
  </property>
  <property fmtid="{D5CDD505-2E9C-101B-9397-08002B2CF9AE}" pid="7" name="MSIP_Label_1fd51960-f5ab-455f-8de0-bc0d6c02aaf3_ActionId">
    <vt:lpwstr>5a9030e5-3824-4026-9a32-25a229f4435a</vt:lpwstr>
  </property>
  <property fmtid="{D5CDD505-2E9C-101B-9397-08002B2CF9AE}" pid="8" name="MSIP_Label_1fd51960-f5ab-455f-8de0-bc0d6c02aaf3_ContentBits">
    <vt:lpwstr>0</vt:lpwstr>
  </property>
  <property fmtid="{D5CDD505-2E9C-101B-9397-08002B2CF9AE}" pid="9" name="MSIP_Label_1fd51960-f5ab-455f-8de0-bc0d6c02aaf3_Tag">
    <vt:lpwstr>10, 3, 0, 1</vt:lpwstr>
  </property>
</Properties>
</file>